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4" y="18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2.png"/><Relationship Id="rId21" Type="http://schemas.openxmlformats.org/officeDocument/2006/relationships/image" Target="../media/image30.png"/><Relationship Id="rId7" Type="http://schemas.openxmlformats.org/officeDocument/2006/relationships/image" Target="../media/image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20.png"/><Relationship Id="rId5" Type="http://schemas.openxmlformats.org/officeDocument/2006/relationships/image" Target="../media/image4.png"/><Relationship Id="rId15" Type="http://schemas.openxmlformats.org/officeDocument/2006/relationships/image" Target="../media/image24.png"/><Relationship Id="rId10" Type="http://schemas.openxmlformats.org/officeDocument/2006/relationships/image" Target="../media/image9.png"/><Relationship Id="rId19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" y="0"/>
            <a:ext cx="1164431" cy="23717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552825"/>
            <a:ext cx="219075" cy="65722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486275"/>
            <a:ext cx="238125" cy="23622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075" y="4867275"/>
            <a:ext cx="983239" cy="199072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70691" y="0"/>
            <a:ext cx="535559" cy="62865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534775" y="5553075"/>
            <a:ext cx="504825" cy="12954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30025" y="9525"/>
            <a:ext cx="381000" cy="172402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39525" y="4867275"/>
            <a:ext cx="390525" cy="19812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466724" y="0"/>
            <a:ext cx="295275" cy="1152525"/>
          </a:xfrm>
          <a:custGeom>
            <a:avLst/>
            <a:gdLst/>
            <a:ahLst/>
            <a:cxnLst/>
            <a:rect l="l" t="t" r="r" b="b"/>
            <a:pathLst>
              <a:path w="295275" h="1152525">
                <a:moveTo>
                  <a:pt x="23558" y="0"/>
                </a:moveTo>
                <a:lnTo>
                  <a:pt x="0" y="0"/>
                </a:lnTo>
                <a:lnTo>
                  <a:pt x="0" y="507238"/>
                </a:lnTo>
                <a:lnTo>
                  <a:pt x="276428" y="1152525"/>
                </a:lnTo>
                <a:lnTo>
                  <a:pt x="295275" y="1143000"/>
                </a:lnTo>
                <a:lnTo>
                  <a:pt x="23558" y="502538"/>
                </a:lnTo>
                <a:lnTo>
                  <a:pt x="23558" y="0"/>
                </a:lnTo>
                <a:close/>
              </a:path>
            </a:pathLst>
          </a:custGeom>
          <a:solidFill>
            <a:srgbClr val="82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04849" y="1143000"/>
            <a:ext cx="152400" cy="1524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71499" y="1790700"/>
            <a:ext cx="180975" cy="190500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371475" y="0"/>
            <a:ext cx="304800" cy="1800225"/>
          </a:xfrm>
          <a:custGeom>
            <a:avLst/>
            <a:gdLst/>
            <a:ahLst/>
            <a:cxnLst/>
            <a:rect l="l" t="t" r="r" b="b"/>
            <a:pathLst>
              <a:path w="304800" h="1800225">
                <a:moveTo>
                  <a:pt x="28282" y="0"/>
                </a:moveTo>
                <a:lnTo>
                  <a:pt x="0" y="0"/>
                </a:lnTo>
                <a:lnTo>
                  <a:pt x="0" y="1238758"/>
                </a:lnTo>
                <a:lnTo>
                  <a:pt x="276517" y="1519427"/>
                </a:lnTo>
                <a:lnTo>
                  <a:pt x="276517" y="1800225"/>
                </a:lnTo>
                <a:lnTo>
                  <a:pt x="304800" y="1800225"/>
                </a:lnTo>
                <a:lnTo>
                  <a:pt x="304800" y="1510029"/>
                </a:lnTo>
                <a:lnTo>
                  <a:pt x="28282" y="1229233"/>
                </a:lnTo>
                <a:lnTo>
                  <a:pt x="28282" y="0"/>
                </a:lnTo>
                <a:close/>
              </a:path>
            </a:pathLst>
          </a:custGeom>
          <a:solidFill>
            <a:srgbClr val="82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81049" y="247650"/>
            <a:ext cx="190500" cy="180975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866775" y="0"/>
            <a:ext cx="10753725" cy="514350"/>
          </a:xfrm>
          <a:custGeom>
            <a:avLst/>
            <a:gdLst/>
            <a:ahLst/>
            <a:cxnLst/>
            <a:rect l="l" t="t" r="r" b="b"/>
            <a:pathLst>
              <a:path w="10753725" h="514350">
                <a:moveTo>
                  <a:pt x="28575" y="0"/>
                </a:moveTo>
                <a:lnTo>
                  <a:pt x="0" y="0"/>
                </a:lnTo>
                <a:lnTo>
                  <a:pt x="0" y="257175"/>
                </a:lnTo>
                <a:lnTo>
                  <a:pt x="28575" y="257175"/>
                </a:lnTo>
                <a:lnTo>
                  <a:pt x="28575" y="0"/>
                </a:lnTo>
                <a:close/>
              </a:path>
              <a:path w="10753725" h="514350">
                <a:moveTo>
                  <a:pt x="10753725" y="9525"/>
                </a:moveTo>
                <a:lnTo>
                  <a:pt x="10729849" y="0"/>
                </a:lnTo>
                <a:lnTo>
                  <a:pt x="10658094" y="171958"/>
                </a:lnTo>
                <a:lnTo>
                  <a:pt x="10334625" y="499999"/>
                </a:lnTo>
                <a:lnTo>
                  <a:pt x="10353802" y="514350"/>
                </a:lnTo>
                <a:lnTo>
                  <a:pt x="10681970" y="186309"/>
                </a:lnTo>
                <a:lnTo>
                  <a:pt x="10753725" y="9525"/>
                </a:lnTo>
                <a:close/>
              </a:path>
            </a:pathLst>
          </a:custGeom>
          <a:solidFill>
            <a:srgbClr val="82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094021" y="476250"/>
            <a:ext cx="145478" cy="152400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353800" y="1543050"/>
            <a:ext cx="190500" cy="190500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552450" y="9524"/>
            <a:ext cx="11182350" cy="6838950"/>
          </a:xfrm>
          <a:custGeom>
            <a:avLst/>
            <a:gdLst/>
            <a:ahLst/>
            <a:cxnLst/>
            <a:rect l="l" t="t" r="r" b="b"/>
            <a:pathLst>
              <a:path w="11182350" h="6838950">
                <a:moveTo>
                  <a:pt x="419100" y="6338925"/>
                </a:moveTo>
                <a:lnTo>
                  <a:pt x="399973" y="6324600"/>
                </a:lnTo>
                <a:lnTo>
                  <a:pt x="71704" y="6652641"/>
                </a:lnTo>
                <a:lnTo>
                  <a:pt x="0" y="6829399"/>
                </a:lnTo>
                <a:lnTo>
                  <a:pt x="23901" y="6838950"/>
                </a:lnTo>
                <a:lnTo>
                  <a:pt x="95618" y="6666966"/>
                </a:lnTo>
                <a:lnTo>
                  <a:pt x="419100" y="6338925"/>
                </a:lnTo>
                <a:close/>
              </a:path>
              <a:path w="11182350" h="6838950">
                <a:moveTo>
                  <a:pt x="11182350" y="0"/>
                </a:moveTo>
                <a:lnTo>
                  <a:pt x="11153775" y="0"/>
                </a:lnTo>
                <a:lnTo>
                  <a:pt x="11153775" y="973709"/>
                </a:lnTo>
                <a:lnTo>
                  <a:pt x="10877550" y="1252855"/>
                </a:lnTo>
                <a:lnTo>
                  <a:pt x="10877550" y="1543050"/>
                </a:lnTo>
                <a:lnTo>
                  <a:pt x="10901426" y="1543050"/>
                </a:lnTo>
                <a:lnTo>
                  <a:pt x="10901426" y="1262380"/>
                </a:lnTo>
                <a:lnTo>
                  <a:pt x="11182350" y="983234"/>
                </a:lnTo>
                <a:lnTo>
                  <a:pt x="11182350" y="0"/>
                </a:lnTo>
                <a:close/>
              </a:path>
            </a:pathLst>
          </a:custGeom>
          <a:solidFill>
            <a:srgbClr val="82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33449" y="6219825"/>
            <a:ext cx="154565" cy="152400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38174" y="5114925"/>
            <a:ext cx="190500" cy="190500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438150" y="5295900"/>
            <a:ext cx="11296650" cy="1552575"/>
          </a:xfrm>
          <a:custGeom>
            <a:avLst/>
            <a:gdLst/>
            <a:ahLst/>
            <a:cxnLst/>
            <a:rect l="l" t="t" r="r" b="b"/>
            <a:pathLst>
              <a:path w="11296650" h="1552575">
                <a:moveTo>
                  <a:pt x="304800" y="0"/>
                </a:moveTo>
                <a:lnTo>
                  <a:pt x="280987" y="0"/>
                </a:lnTo>
                <a:lnTo>
                  <a:pt x="280987" y="282448"/>
                </a:lnTo>
                <a:lnTo>
                  <a:pt x="0" y="563270"/>
                </a:lnTo>
                <a:lnTo>
                  <a:pt x="0" y="1552575"/>
                </a:lnTo>
                <a:lnTo>
                  <a:pt x="28575" y="1552575"/>
                </a:lnTo>
                <a:lnTo>
                  <a:pt x="28575" y="572846"/>
                </a:lnTo>
                <a:lnTo>
                  <a:pt x="304800" y="291973"/>
                </a:lnTo>
                <a:lnTo>
                  <a:pt x="304800" y="0"/>
                </a:lnTo>
                <a:close/>
              </a:path>
              <a:path w="11296650" h="1552575">
                <a:moveTo>
                  <a:pt x="11296650" y="1045273"/>
                </a:moveTo>
                <a:lnTo>
                  <a:pt x="11020171" y="400050"/>
                </a:lnTo>
                <a:lnTo>
                  <a:pt x="11001375" y="409562"/>
                </a:lnTo>
                <a:lnTo>
                  <a:pt x="11273028" y="1050036"/>
                </a:lnTo>
                <a:lnTo>
                  <a:pt x="11273028" y="1552575"/>
                </a:lnTo>
                <a:lnTo>
                  <a:pt x="11296650" y="1552575"/>
                </a:lnTo>
                <a:lnTo>
                  <a:pt x="11296650" y="1045273"/>
                </a:lnTo>
                <a:close/>
              </a:path>
            </a:pathLst>
          </a:custGeom>
          <a:solidFill>
            <a:srgbClr val="82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1334750" y="5553075"/>
            <a:ext cx="161925" cy="152400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439525" y="4867275"/>
            <a:ext cx="190500" cy="190500"/>
          </a:xfrm>
          <a:prstGeom prst="rect">
            <a:avLst/>
          </a:prstGeom>
        </p:spPr>
      </p:pic>
      <p:sp>
        <p:nvSpPr>
          <p:cNvPr id="40" name="bg object 40"/>
          <p:cNvSpPr/>
          <p:nvPr/>
        </p:nvSpPr>
        <p:spPr>
          <a:xfrm>
            <a:off x="11229975" y="5048250"/>
            <a:ext cx="600075" cy="1800225"/>
          </a:xfrm>
          <a:custGeom>
            <a:avLst/>
            <a:gdLst/>
            <a:ahLst/>
            <a:cxnLst/>
            <a:rect l="l" t="t" r="r" b="b"/>
            <a:pathLst>
              <a:path w="600075" h="1800225">
                <a:moveTo>
                  <a:pt x="190500" y="1466850"/>
                </a:moveTo>
                <a:lnTo>
                  <a:pt x="182981" y="1429867"/>
                </a:lnTo>
                <a:lnTo>
                  <a:pt x="171450" y="1412798"/>
                </a:lnTo>
                <a:lnTo>
                  <a:pt x="171450" y="1466850"/>
                </a:lnTo>
                <a:lnTo>
                  <a:pt x="164896" y="1496847"/>
                </a:lnTo>
                <a:lnTo>
                  <a:pt x="147637" y="1521028"/>
                </a:lnTo>
                <a:lnTo>
                  <a:pt x="123228" y="1537182"/>
                </a:lnTo>
                <a:lnTo>
                  <a:pt x="95250" y="1543050"/>
                </a:lnTo>
                <a:lnTo>
                  <a:pt x="65278" y="1537182"/>
                </a:lnTo>
                <a:lnTo>
                  <a:pt x="41097" y="1521028"/>
                </a:lnTo>
                <a:lnTo>
                  <a:pt x="24930" y="1496847"/>
                </a:lnTo>
                <a:lnTo>
                  <a:pt x="19050" y="1466850"/>
                </a:lnTo>
                <a:lnTo>
                  <a:pt x="24930" y="1436865"/>
                </a:lnTo>
                <a:lnTo>
                  <a:pt x="41097" y="1412684"/>
                </a:lnTo>
                <a:lnTo>
                  <a:pt x="65278" y="1396530"/>
                </a:lnTo>
                <a:lnTo>
                  <a:pt x="95250" y="1390650"/>
                </a:lnTo>
                <a:lnTo>
                  <a:pt x="123228" y="1396530"/>
                </a:lnTo>
                <a:lnTo>
                  <a:pt x="147637" y="1412684"/>
                </a:lnTo>
                <a:lnTo>
                  <a:pt x="164896" y="1436865"/>
                </a:lnTo>
                <a:lnTo>
                  <a:pt x="171450" y="1466850"/>
                </a:lnTo>
                <a:lnTo>
                  <a:pt x="171450" y="1412798"/>
                </a:lnTo>
                <a:lnTo>
                  <a:pt x="162534" y="1399590"/>
                </a:lnTo>
                <a:lnTo>
                  <a:pt x="149326" y="1390650"/>
                </a:lnTo>
                <a:lnTo>
                  <a:pt x="132257" y="1379118"/>
                </a:lnTo>
                <a:lnTo>
                  <a:pt x="95250" y="1371600"/>
                </a:lnTo>
                <a:lnTo>
                  <a:pt x="58293" y="1379118"/>
                </a:lnTo>
                <a:lnTo>
                  <a:pt x="28003" y="1399590"/>
                </a:lnTo>
                <a:lnTo>
                  <a:pt x="7518" y="1429867"/>
                </a:lnTo>
                <a:lnTo>
                  <a:pt x="0" y="1466850"/>
                </a:lnTo>
                <a:lnTo>
                  <a:pt x="7518" y="1503845"/>
                </a:lnTo>
                <a:lnTo>
                  <a:pt x="27990" y="1534121"/>
                </a:lnTo>
                <a:lnTo>
                  <a:pt x="58280" y="1554594"/>
                </a:lnTo>
                <a:lnTo>
                  <a:pt x="76200" y="1558239"/>
                </a:lnTo>
                <a:lnTo>
                  <a:pt x="76200" y="1800225"/>
                </a:lnTo>
                <a:lnTo>
                  <a:pt x="95250" y="1800225"/>
                </a:lnTo>
                <a:lnTo>
                  <a:pt x="95250" y="1562100"/>
                </a:lnTo>
                <a:lnTo>
                  <a:pt x="132257" y="1554594"/>
                </a:lnTo>
                <a:lnTo>
                  <a:pt x="149326" y="1543050"/>
                </a:lnTo>
                <a:lnTo>
                  <a:pt x="162534" y="1534121"/>
                </a:lnTo>
                <a:lnTo>
                  <a:pt x="182981" y="1503845"/>
                </a:lnTo>
                <a:lnTo>
                  <a:pt x="190500" y="1466850"/>
                </a:lnTo>
                <a:close/>
              </a:path>
              <a:path w="600075" h="1800225">
                <a:moveTo>
                  <a:pt x="600075" y="561479"/>
                </a:moveTo>
                <a:lnTo>
                  <a:pt x="314960" y="280797"/>
                </a:lnTo>
                <a:lnTo>
                  <a:pt x="314960" y="0"/>
                </a:lnTo>
                <a:lnTo>
                  <a:pt x="285750" y="0"/>
                </a:lnTo>
                <a:lnTo>
                  <a:pt x="285750" y="290195"/>
                </a:lnTo>
                <a:lnTo>
                  <a:pt x="570865" y="570992"/>
                </a:lnTo>
                <a:lnTo>
                  <a:pt x="570865" y="1800225"/>
                </a:lnTo>
                <a:lnTo>
                  <a:pt x="600075" y="1800225"/>
                </a:lnTo>
                <a:lnTo>
                  <a:pt x="600075" y="561479"/>
                </a:lnTo>
                <a:close/>
              </a:path>
            </a:pathLst>
          </a:custGeom>
          <a:solidFill>
            <a:srgbClr val="82FFF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223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09625" y="685736"/>
            <a:ext cx="10568051" cy="5557901"/>
          </a:xfrm>
          <a:prstGeom prst="rect">
            <a:avLst/>
          </a:prstGeom>
        </p:spPr>
      </p:pic>
      <p:sp>
        <p:nvSpPr>
          <p:cNvPr id="43" name="bg object 43"/>
          <p:cNvSpPr/>
          <p:nvPr/>
        </p:nvSpPr>
        <p:spPr>
          <a:xfrm>
            <a:off x="923925" y="761999"/>
            <a:ext cx="10344150" cy="5334000"/>
          </a:xfrm>
          <a:custGeom>
            <a:avLst/>
            <a:gdLst/>
            <a:ahLst/>
            <a:cxnLst/>
            <a:rect l="l" t="t" r="r" b="b"/>
            <a:pathLst>
              <a:path w="10344150" h="5334000">
                <a:moveTo>
                  <a:pt x="10344150" y="0"/>
                </a:moveTo>
                <a:lnTo>
                  <a:pt x="221208" y="0"/>
                </a:lnTo>
                <a:lnTo>
                  <a:pt x="176626" y="4495"/>
                </a:lnTo>
                <a:lnTo>
                  <a:pt x="135102" y="17387"/>
                </a:lnTo>
                <a:lnTo>
                  <a:pt x="97527" y="37785"/>
                </a:lnTo>
                <a:lnTo>
                  <a:pt x="64789" y="64801"/>
                </a:lnTo>
                <a:lnTo>
                  <a:pt x="37777" y="97544"/>
                </a:lnTo>
                <a:lnTo>
                  <a:pt x="17383" y="135124"/>
                </a:lnTo>
                <a:lnTo>
                  <a:pt x="4494" y="176650"/>
                </a:lnTo>
                <a:lnTo>
                  <a:pt x="0" y="221234"/>
                </a:lnTo>
                <a:lnTo>
                  <a:pt x="0" y="5334000"/>
                </a:lnTo>
                <a:lnTo>
                  <a:pt x="10122916" y="5334000"/>
                </a:lnTo>
                <a:lnTo>
                  <a:pt x="10167499" y="5329505"/>
                </a:lnTo>
                <a:lnTo>
                  <a:pt x="10209025" y="5316616"/>
                </a:lnTo>
                <a:lnTo>
                  <a:pt x="10246605" y="5296222"/>
                </a:lnTo>
                <a:lnTo>
                  <a:pt x="10279348" y="5269210"/>
                </a:lnTo>
                <a:lnTo>
                  <a:pt x="10306364" y="5236472"/>
                </a:lnTo>
                <a:lnTo>
                  <a:pt x="10326762" y="5198897"/>
                </a:lnTo>
                <a:lnTo>
                  <a:pt x="10339654" y="5157373"/>
                </a:lnTo>
                <a:lnTo>
                  <a:pt x="10344150" y="5112791"/>
                </a:lnTo>
                <a:lnTo>
                  <a:pt x="10344150" y="0"/>
                </a:lnTo>
                <a:close/>
              </a:path>
            </a:pathLst>
          </a:custGeom>
          <a:solidFill>
            <a:srgbClr val="092238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923925" y="761999"/>
            <a:ext cx="10344150" cy="5334000"/>
          </a:xfrm>
          <a:custGeom>
            <a:avLst/>
            <a:gdLst/>
            <a:ahLst/>
            <a:cxnLst/>
            <a:rect l="l" t="t" r="r" b="b"/>
            <a:pathLst>
              <a:path w="10344150" h="5334000">
                <a:moveTo>
                  <a:pt x="221208" y="0"/>
                </a:moveTo>
                <a:lnTo>
                  <a:pt x="10344150" y="0"/>
                </a:lnTo>
                <a:lnTo>
                  <a:pt x="10344150" y="5112791"/>
                </a:lnTo>
                <a:lnTo>
                  <a:pt x="10339654" y="5157373"/>
                </a:lnTo>
                <a:lnTo>
                  <a:pt x="10326762" y="5198897"/>
                </a:lnTo>
                <a:lnTo>
                  <a:pt x="10306364" y="5236472"/>
                </a:lnTo>
                <a:lnTo>
                  <a:pt x="10279348" y="5269210"/>
                </a:lnTo>
                <a:lnTo>
                  <a:pt x="10246605" y="5296222"/>
                </a:lnTo>
                <a:lnTo>
                  <a:pt x="10209025" y="5316616"/>
                </a:lnTo>
                <a:lnTo>
                  <a:pt x="10167499" y="5329505"/>
                </a:lnTo>
                <a:lnTo>
                  <a:pt x="10122916" y="5334000"/>
                </a:lnTo>
                <a:lnTo>
                  <a:pt x="0" y="5334000"/>
                </a:lnTo>
                <a:lnTo>
                  <a:pt x="0" y="221234"/>
                </a:lnTo>
                <a:lnTo>
                  <a:pt x="4494" y="176650"/>
                </a:lnTo>
                <a:lnTo>
                  <a:pt x="17383" y="135124"/>
                </a:lnTo>
                <a:lnTo>
                  <a:pt x="37777" y="97544"/>
                </a:lnTo>
                <a:lnTo>
                  <a:pt x="64789" y="64801"/>
                </a:lnTo>
                <a:lnTo>
                  <a:pt x="97527" y="37785"/>
                </a:lnTo>
                <a:lnTo>
                  <a:pt x="135102" y="17387"/>
                </a:lnTo>
                <a:lnTo>
                  <a:pt x="176626" y="4495"/>
                </a:lnTo>
                <a:lnTo>
                  <a:pt x="221208" y="0"/>
                </a:lnTo>
                <a:close/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" y="0"/>
            <a:ext cx="1164431" cy="23717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552825"/>
            <a:ext cx="219075" cy="65722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486275"/>
            <a:ext cx="238125" cy="23622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075" y="4867275"/>
            <a:ext cx="983239" cy="199072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70691" y="0"/>
            <a:ext cx="535559" cy="62865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534775" y="5553075"/>
            <a:ext cx="504825" cy="12954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30025" y="9525"/>
            <a:ext cx="381000" cy="172402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39525" y="4867275"/>
            <a:ext cx="390525" cy="19812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23950" y="4019550"/>
            <a:ext cx="190500" cy="1905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2975" y="0"/>
            <a:ext cx="1335881" cy="27051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6775" y="9525"/>
            <a:ext cx="238125" cy="108585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0" y="9525"/>
            <a:ext cx="523875" cy="4667250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61975" y="5476875"/>
            <a:ext cx="514350" cy="1381125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95325" y="9525"/>
            <a:ext cx="390525" cy="1733550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0" y="4886325"/>
            <a:ext cx="447675" cy="1952625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00075" y="9525"/>
            <a:ext cx="809625" cy="4019550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23975" y="4867275"/>
            <a:ext cx="974152" cy="1990725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04825" y="9525"/>
            <a:ext cx="838200" cy="68389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25" y="0"/>
            <a:ext cx="1164431" cy="23717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3552825"/>
            <a:ext cx="219075" cy="65722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4486275"/>
            <a:ext cx="238125" cy="23622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9075" y="4867275"/>
            <a:ext cx="983239" cy="199072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370691" y="0"/>
            <a:ext cx="535559" cy="62865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534775" y="5553075"/>
            <a:ext cx="504825" cy="129540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630025" y="9525"/>
            <a:ext cx="381000" cy="172402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439525" y="4867275"/>
            <a:ext cx="390525" cy="1981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61840" y="1133093"/>
            <a:ext cx="4068318" cy="8224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40204" y="2203386"/>
            <a:ext cx="8911590" cy="2963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32.png"/><Relationship Id="rId5" Type="http://schemas.openxmlformats.org/officeDocument/2006/relationships/image" Target="../media/image4.png"/><Relationship Id="rId15" Type="http://schemas.openxmlformats.org/officeDocument/2006/relationships/image" Target="../media/image33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png"/><Relationship Id="rId18" Type="http://schemas.openxmlformats.org/officeDocument/2006/relationships/image" Target="../media/image11.png"/><Relationship Id="rId3" Type="http://schemas.openxmlformats.org/officeDocument/2006/relationships/image" Target="../media/image2.png"/><Relationship Id="rId21" Type="http://schemas.openxmlformats.org/officeDocument/2006/relationships/image" Target="../media/image34.png"/><Relationship Id="rId7" Type="http://schemas.openxmlformats.org/officeDocument/2006/relationships/image" Target="../media/image6.png"/><Relationship Id="rId12" Type="http://schemas.openxmlformats.org/officeDocument/2006/relationships/image" Target="../media/image19.pn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32.png"/><Relationship Id="rId5" Type="http://schemas.openxmlformats.org/officeDocument/2006/relationships/image" Target="../media/image4.png"/><Relationship Id="rId15" Type="http://schemas.openxmlformats.org/officeDocument/2006/relationships/image" Target="../media/image18.png"/><Relationship Id="rId10" Type="http://schemas.openxmlformats.org/officeDocument/2006/relationships/image" Target="../media/image9.png"/><Relationship Id="rId19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5.png"/><Relationship Id="rId22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9.png"/><Relationship Id="rId5" Type="http://schemas.openxmlformats.org/officeDocument/2006/relationships/image" Target="../media/image5.png"/><Relationship Id="rId10" Type="http://schemas.openxmlformats.org/officeDocument/2006/relationships/image" Target="../media/image32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5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49.png"/><Relationship Id="rId2" Type="http://schemas.openxmlformats.org/officeDocument/2006/relationships/image" Target="../media/image1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48.png"/><Relationship Id="rId5" Type="http://schemas.openxmlformats.org/officeDocument/2006/relationships/image" Target="../media/image4.png"/><Relationship Id="rId15" Type="http://schemas.openxmlformats.org/officeDocument/2006/relationships/image" Target="../media/image52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5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50.png"/><Relationship Id="rId2" Type="http://schemas.openxmlformats.org/officeDocument/2006/relationships/image" Target="../media/image1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49.png"/><Relationship Id="rId5" Type="http://schemas.openxmlformats.org/officeDocument/2006/relationships/image" Target="../media/image4.png"/><Relationship Id="rId15" Type="http://schemas.openxmlformats.org/officeDocument/2006/relationships/image" Target="../media/image5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950" y="4019550"/>
            <a:ext cx="190500" cy="1905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66775" y="0"/>
            <a:ext cx="1412240" cy="2705100"/>
            <a:chOff x="866775" y="0"/>
            <a:chExt cx="1412240" cy="27051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975" y="0"/>
              <a:ext cx="1335881" cy="27051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775" y="9525"/>
              <a:ext cx="238125" cy="108585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525"/>
            <a:ext cx="523875" cy="4667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1975" y="5476875"/>
            <a:ext cx="514350" cy="13811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5325" y="9525"/>
            <a:ext cx="390525" cy="17335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886325"/>
            <a:ext cx="447675" cy="19526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0075" y="9525"/>
            <a:ext cx="809625" cy="401955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04825" y="9525"/>
            <a:ext cx="1793875" cy="6848475"/>
            <a:chOff x="504825" y="9525"/>
            <a:chExt cx="1793875" cy="6848475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23975" y="4867275"/>
              <a:ext cx="974152" cy="19907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4825" y="9525"/>
              <a:ext cx="838200" cy="6838950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0" y="0"/>
            <a:ext cx="12192000" cy="6848475"/>
          </a:xfrm>
          <a:custGeom>
            <a:avLst/>
            <a:gdLst/>
            <a:ahLst/>
            <a:cxnLst/>
            <a:rect l="l" t="t" r="r" b="b"/>
            <a:pathLst>
              <a:path w="12192000" h="6848475">
                <a:moveTo>
                  <a:pt x="12192000" y="0"/>
                </a:moveTo>
                <a:lnTo>
                  <a:pt x="0" y="0"/>
                </a:lnTo>
                <a:lnTo>
                  <a:pt x="0" y="6848475"/>
                </a:lnTo>
                <a:lnTo>
                  <a:pt x="12192000" y="68484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223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038350" y="1095375"/>
            <a:ext cx="9549130" cy="4719955"/>
            <a:chOff x="1924050" y="733425"/>
            <a:chExt cx="9549130" cy="4719955"/>
          </a:xfrm>
        </p:grpSpPr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24050" y="733425"/>
              <a:ext cx="9548876" cy="471970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38350" y="809625"/>
              <a:ext cx="9324975" cy="4495800"/>
            </a:xfrm>
            <a:custGeom>
              <a:avLst/>
              <a:gdLst/>
              <a:ahLst/>
              <a:cxnLst/>
              <a:rect l="l" t="t" r="r" b="b"/>
              <a:pathLst>
                <a:path w="9324975" h="4495800">
                  <a:moveTo>
                    <a:pt x="9324975" y="0"/>
                  </a:moveTo>
                  <a:lnTo>
                    <a:pt x="356488" y="0"/>
                  </a:lnTo>
                  <a:lnTo>
                    <a:pt x="308122" y="3254"/>
                  </a:lnTo>
                  <a:lnTo>
                    <a:pt x="261731" y="12736"/>
                  </a:lnTo>
                  <a:lnTo>
                    <a:pt x="217741" y="28019"/>
                  </a:lnTo>
                  <a:lnTo>
                    <a:pt x="176577" y="48678"/>
                  </a:lnTo>
                  <a:lnTo>
                    <a:pt x="138663" y="74289"/>
                  </a:lnTo>
                  <a:lnTo>
                    <a:pt x="104425" y="104425"/>
                  </a:lnTo>
                  <a:lnTo>
                    <a:pt x="74289" y="138663"/>
                  </a:lnTo>
                  <a:lnTo>
                    <a:pt x="48678" y="176577"/>
                  </a:lnTo>
                  <a:lnTo>
                    <a:pt x="28019" y="217741"/>
                  </a:lnTo>
                  <a:lnTo>
                    <a:pt x="12736" y="261731"/>
                  </a:lnTo>
                  <a:lnTo>
                    <a:pt x="3254" y="308122"/>
                  </a:lnTo>
                  <a:lnTo>
                    <a:pt x="0" y="356488"/>
                  </a:lnTo>
                  <a:lnTo>
                    <a:pt x="0" y="4495800"/>
                  </a:lnTo>
                  <a:lnTo>
                    <a:pt x="8968486" y="4495800"/>
                  </a:lnTo>
                  <a:lnTo>
                    <a:pt x="9016852" y="4492545"/>
                  </a:lnTo>
                  <a:lnTo>
                    <a:pt x="9063243" y="4483063"/>
                  </a:lnTo>
                  <a:lnTo>
                    <a:pt x="9107233" y="4467780"/>
                  </a:lnTo>
                  <a:lnTo>
                    <a:pt x="9148397" y="4447121"/>
                  </a:lnTo>
                  <a:lnTo>
                    <a:pt x="9186311" y="4421510"/>
                  </a:lnTo>
                  <a:lnTo>
                    <a:pt x="9220549" y="4391374"/>
                  </a:lnTo>
                  <a:lnTo>
                    <a:pt x="9250685" y="4357136"/>
                  </a:lnTo>
                  <a:lnTo>
                    <a:pt x="9276296" y="4319222"/>
                  </a:lnTo>
                  <a:lnTo>
                    <a:pt x="9296955" y="4278058"/>
                  </a:lnTo>
                  <a:lnTo>
                    <a:pt x="9312238" y="4234068"/>
                  </a:lnTo>
                  <a:lnTo>
                    <a:pt x="9321720" y="4187677"/>
                  </a:lnTo>
                  <a:lnTo>
                    <a:pt x="9324975" y="4139311"/>
                  </a:lnTo>
                  <a:lnTo>
                    <a:pt x="9324975" y="0"/>
                  </a:lnTo>
                  <a:close/>
                </a:path>
              </a:pathLst>
            </a:custGeom>
            <a:solidFill>
              <a:srgbClr val="092238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38350" y="809625"/>
              <a:ext cx="9324975" cy="4495800"/>
            </a:xfrm>
            <a:custGeom>
              <a:avLst/>
              <a:gdLst/>
              <a:ahLst/>
              <a:cxnLst/>
              <a:rect l="l" t="t" r="r" b="b"/>
              <a:pathLst>
                <a:path w="9324975" h="4495800">
                  <a:moveTo>
                    <a:pt x="356488" y="0"/>
                  </a:moveTo>
                  <a:lnTo>
                    <a:pt x="9324975" y="0"/>
                  </a:lnTo>
                  <a:lnTo>
                    <a:pt x="9324975" y="4139311"/>
                  </a:lnTo>
                  <a:lnTo>
                    <a:pt x="9321720" y="4187677"/>
                  </a:lnTo>
                  <a:lnTo>
                    <a:pt x="9312238" y="4234068"/>
                  </a:lnTo>
                  <a:lnTo>
                    <a:pt x="9296955" y="4278058"/>
                  </a:lnTo>
                  <a:lnTo>
                    <a:pt x="9276296" y="4319222"/>
                  </a:lnTo>
                  <a:lnTo>
                    <a:pt x="9250685" y="4357136"/>
                  </a:lnTo>
                  <a:lnTo>
                    <a:pt x="9220549" y="4391374"/>
                  </a:lnTo>
                  <a:lnTo>
                    <a:pt x="9186311" y="4421510"/>
                  </a:lnTo>
                  <a:lnTo>
                    <a:pt x="9148397" y="4447121"/>
                  </a:lnTo>
                  <a:lnTo>
                    <a:pt x="9107233" y="4467780"/>
                  </a:lnTo>
                  <a:lnTo>
                    <a:pt x="9063243" y="4483063"/>
                  </a:lnTo>
                  <a:lnTo>
                    <a:pt x="9016852" y="4492545"/>
                  </a:lnTo>
                  <a:lnTo>
                    <a:pt x="8968486" y="4495800"/>
                  </a:lnTo>
                  <a:lnTo>
                    <a:pt x="0" y="4495800"/>
                  </a:lnTo>
                  <a:lnTo>
                    <a:pt x="0" y="356488"/>
                  </a:lnTo>
                  <a:lnTo>
                    <a:pt x="3254" y="308122"/>
                  </a:lnTo>
                  <a:lnTo>
                    <a:pt x="12736" y="261731"/>
                  </a:lnTo>
                  <a:lnTo>
                    <a:pt x="28019" y="217741"/>
                  </a:lnTo>
                  <a:lnTo>
                    <a:pt x="48678" y="176577"/>
                  </a:lnTo>
                  <a:lnTo>
                    <a:pt x="74289" y="138663"/>
                  </a:lnTo>
                  <a:lnTo>
                    <a:pt x="104425" y="104425"/>
                  </a:lnTo>
                  <a:lnTo>
                    <a:pt x="138663" y="74289"/>
                  </a:lnTo>
                  <a:lnTo>
                    <a:pt x="176577" y="48678"/>
                  </a:lnTo>
                  <a:lnTo>
                    <a:pt x="217741" y="28019"/>
                  </a:lnTo>
                  <a:lnTo>
                    <a:pt x="261731" y="12736"/>
                  </a:lnTo>
                  <a:lnTo>
                    <a:pt x="308122" y="3254"/>
                  </a:lnTo>
                  <a:lnTo>
                    <a:pt x="356488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438400" y="2448644"/>
            <a:ext cx="5181600" cy="14273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9875">
              <a:lnSpc>
                <a:spcPts val="5540"/>
              </a:lnSpc>
              <a:spcBef>
                <a:spcPts val="130"/>
              </a:spcBef>
            </a:pPr>
            <a:r>
              <a:rPr lang="en-US" sz="4850" b="1" spc="-605" dirty="0" smtClean="0">
                <a:solidFill>
                  <a:srgbClr val="FFFFFF"/>
                </a:solidFill>
                <a:latin typeface="Arial"/>
                <a:cs typeface="Arial"/>
              </a:rPr>
              <a:t>PROJECT: </a:t>
            </a:r>
            <a:r>
              <a:rPr sz="4850" b="1" spc="-605" dirty="0" smtClean="0">
                <a:solidFill>
                  <a:srgbClr val="FFFFFF"/>
                </a:solidFill>
                <a:latin typeface="Arial"/>
                <a:cs typeface="Arial"/>
              </a:rPr>
              <a:t>STUDENT</a:t>
            </a:r>
            <a:r>
              <a:rPr lang="en-US" sz="4850" dirty="0">
                <a:latin typeface="Arial"/>
                <a:cs typeface="Arial"/>
              </a:rPr>
              <a:t> </a:t>
            </a:r>
            <a:r>
              <a:rPr sz="4850" b="1" spc="-475" dirty="0" smtClean="0">
                <a:solidFill>
                  <a:srgbClr val="FFFFFF"/>
                </a:solidFill>
                <a:latin typeface="Arial"/>
                <a:cs typeface="Arial"/>
              </a:rPr>
              <a:t>GUIDE </a:t>
            </a:r>
            <a:endParaRPr sz="485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8537575" y="1464627"/>
            <a:ext cx="1649730" cy="63158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000" b="0" dirty="0">
                <a:latin typeface="Trebuchet MS"/>
                <a:cs typeface="Trebuchet MS"/>
              </a:rPr>
              <a:t>P</a:t>
            </a:r>
            <a:r>
              <a:rPr sz="2000" b="0" dirty="0" smtClean="0">
                <a:latin typeface="Trebuchet MS"/>
                <a:cs typeface="Trebuchet MS"/>
              </a:rPr>
              <a:t>RESENTED</a:t>
            </a:r>
            <a:r>
              <a:rPr sz="2000" b="0" spc="140" dirty="0" smtClean="0">
                <a:latin typeface="Trebuchet MS"/>
                <a:cs typeface="Trebuchet MS"/>
              </a:rPr>
              <a:t> </a:t>
            </a:r>
            <a:r>
              <a:rPr sz="2000" b="0" spc="-25" dirty="0">
                <a:latin typeface="Trebuchet MS"/>
                <a:cs typeface="Trebuchet MS"/>
              </a:rPr>
              <a:t>BY: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65870" y="1907349"/>
            <a:ext cx="1991995" cy="25431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46125" marR="130175" indent="-610235">
              <a:lnSpc>
                <a:spcPct val="109500"/>
              </a:lnSpc>
              <a:spcBef>
                <a:spcPts val="90"/>
              </a:spcBef>
            </a:pP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HAMZA</a:t>
            </a:r>
            <a:r>
              <a:rPr sz="20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75" dirty="0" smtClean="0">
                <a:solidFill>
                  <a:srgbClr val="FFFFFF"/>
                </a:solidFill>
                <a:latin typeface="Tahoma"/>
                <a:cs typeface="Tahoma"/>
              </a:rPr>
              <a:t>ASIF</a:t>
            </a:r>
            <a:r>
              <a:rPr sz="2000" b="1" spc="-25" dirty="0" smtClean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50" dirty="0" smtClean="0">
                <a:solidFill>
                  <a:srgbClr val="FFFFFF"/>
                </a:solidFill>
                <a:latin typeface="Tahoma"/>
                <a:cs typeface="Tahoma"/>
              </a:rPr>
              <a:t>| </a:t>
            </a:r>
            <a:r>
              <a:rPr sz="2000" b="1" spc="-25" dirty="0" smtClean="0">
                <a:solidFill>
                  <a:srgbClr val="FFFFFF"/>
                </a:solidFill>
                <a:latin typeface="Tahoma"/>
                <a:cs typeface="Tahoma"/>
              </a:rPr>
              <a:t>342</a:t>
            </a: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000" b="1" spc="-160" dirty="0" smtClean="0">
                <a:solidFill>
                  <a:srgbClr val="FFFFFF"/>
                </a:solidFill>
                <a:latin typeface="Tahoma"/>
                <a:cs typeface="Tahoma"/>
              </a:rPr>
              <a:t>MUDASSIR</a:t>
            </a:r>
            <a:r>
              <a:rPr sz="2000" b="1" spc="-190" dirty="0" smtClean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dirty="0" smtClean="0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sz="2000" b="1" spc="-85" dirty="0" smtClean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0" dirty="0" smtClean="0">
                <a:solidFill>
                  <a:srgbClr val="FFFFFF"/>
                </a:solidFill>
                <a:latin typeface="Tahoma"/>
                <a:cs typeface="Tahoma"/>
              </a:rPr>
              <a:t>204</a:t>
            </a:r>
            <a:endParaRPr sz="2000" dirty="0" smtClean="0">
              <a:latin typeface="Tahoma"/>
              <a:cs typeface="Tahoma"/>
            </a:endParaRPr>
          </a:p>
          <a:p>
            <a:pPr marL="165100" indent="-38100">
              <a:lnSpc>
                <a:spcPct val="100000"/>
              </a:lnSpc>
              <a:spcBef>
                <a:spcPts val="1205"/>
              </a:spcBef>
            </a:pPr>
            <a:r>
              <a:rPr sz="2000" b="1" spc="-75" dirty="0" smtClean="0">
                <a:solidFill>
                  <a:srgbClr val="FFFFFF"/>
                </a:solidFill>
                <a:latin typeface="Tahoma"/>
                <a:cs typeface="Tahoma"/>
              </a:rPr>
              <a:t>HASSAN</a:t>
            </a:r>
            <a:r>
              <a:rPr sz="2000" b="1" spc="-140" dirty="0" smtClean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sz="20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484</a:t>
            </a:r>
            <a:endParaRPr sz="2000" dirty="0">
              <a:latin typeface="Tahoma"/>
              <a:cs typeface="Tahoma"/>
            </a:endParaRPr>
          </a:p>
          <a:p>
            <a:pPr marL="127000" marR="130810" indent="38100">
              <a:lnSpc>
                <a:spcPct val="150200"/>
              </a:lnSpc>
              <a:spcBef>
                <a:spcPts val="80"/>
              </a:spcBef>
            </a:pP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DANYAL</a:t>
            </a:r>
            <a:r>
              <a:rPr sz="2000" b="1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75" dirty="0">
                <a:solidFill>
                  <a:srgbClr val="FFFFFF"/>
                </a:solidFill>
                <a:latin typeface="Tahoma"/>
                <a:cs typeface="Tahoma"/>
              </a:rPr>
              <a:t>|178 </a:t>
            </a:r>
            <a:r>
              <a:rPr sz="2000" b="1" spc="-80" dirty="0">
                <a:solidFill>
                  <a:srgbClr val="FFFFFF"/>
                </a:solidFill>
                <a:latin typeface="Tahoma"/>
                <a:cs typeface="Tahoma"/>
              </a:rPr>
              <a:t>FARHAN</a:t>
            </a:r>
            <a:r>
              <a:rPr sz="2000" b="1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sz="20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40" dirty="0" smtClean="0">
                <a:solidFill>
                  <a:srgbClr val="FFFFFF"/>
                </a:solidFill>
                <a:latin typeface="Tahoma"/>
                <a:cs typeface="Tahoma"/>
              </a:rPr>
              <a:t>217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343775" y="1314450"/>
            <a:ext cx="8890" cy="3717925"/>
          </a:xfrm>
          <a:custGeom>
            <a:avLst/>
            <a:gdLst/>
            <a:ahLst/>
            <a:cxnLst/>
            <a:rect l="l" t="t" r="r" b="b"/>
            <a:pathLst>
              <a:path w="8890" h="3717925">
                <a:moveTo>
                  <a:pt x="0" y="0"/>
                </a:moveTo>
                <a:lnTo>
                  <a:pt x="8635" y="3717925"/>
                </a:lnTo>
              </a:path>
            </a:pathLst>
          </a:custGeom>
          <a:ln w="222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1795">
              <a:lnSpc>
                <a:spcPct val="100000"/>
              </a:lnSpc>
              <a:spcBef>
                <a:spcPts val="105"/>
              </a:spcBef>
            </a:pPr>
            <a:r>
              <a:rPr spc="-420" dirty="0"/>
              <a:t>CODE</a:t>
            </a:r>
            <a:r>
              <a:rPr spc="-25" dirty="0"/>
              <a:t> </a:t>
            </a:r>
            <a:r>
              <a:rPr spc="-409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7350" y="2422447"/>
            <a:ext cx="8462645" cy="293306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850" spc="-2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35" dirty="0">
                <a:solidFill>
                  <a:srgbClr val="FFFFFF"/>
                </a:solidFill>
                <a:latin typeface="Arial MT"/>
                <a:cs typeface="Arial MT"/>
              </a:rPr>
              <a:t>program</a:t>
            </a:r>
            <a:r>
              <a:rPr sz="185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75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8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18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Arial MT"/>
                <a:cs typeface="Arial MT"/>
              </a:rPr>
              <a:t>working</a:t>
            </a:r>
            <a:r>
              <a:rPr sz="18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4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8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sz="1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Arial MT"/>
                <a:cs typeface="Arial MT"/>
              </a:rPr>
              <a:t>be:</a:t>
            </a:r>
            <a:endParaRPr sz="18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310"/>
              </a:spcBef>
              <a:buSzPct val="129729"/>
              <a:buChar char="•"/>
              <a:tabLst>
                <a:tab pos="240665" algn="l"/>
              </a:tabLst>
            </a:pPr>
            <a:r>
              <a:rPr sz="1850" spc="-105" dirty="0">
                <a:solidFill>
                  <a:srgbClr val="FFFFFF"/>
                </a:solidFill>
                <a:latin typeface="Arial MT"/>
                <a:cs typeface="Arial MT"/>
              </a:rPr>
              <a:t>Useful</a:t>
            </a:r>
            <a:r>
              <a:rPr sz="18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8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Arial MT"/>
                <a:cs typeface="Arial MT"/>
              </a:rPr>
              <a:t>guiding</a:t>
            </a:r>
            <a:r>
              <a:rPr sz="18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50" dirty="0">
                <a:solidFill>
                  <a:srgbClr val="FFFFFF"/>
                </a:solidFill>
                <a:latin typeface="Arial MT"/>
                <a:cs typeface="Arial MT"/>
              </a:rPr>
              <a:t>new</a:t>
            </a:r>
            <a:r>
              <a:rPr sz="18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35" dirty="0">
                <a:solidFill>
                  <a:srgbClr val="FFFFFF"/>
                </a:solidFill>
                <a:latin typeface="Arial MT"/>
                <a:cs typeface="Arial MT"/>
              </a:rPr>
              <a:t>students</a:t>
            </a:r>
            <a:r>
              <a:rPr sz="18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different</a:t>
            </a:r>
            <a:r>
              <a:rPr sz="185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40" dirty="0">
                <a:solidFill>
                  <a:srgbClr val="FFFFFF"/>
                </a:solidFill>
                <a:latin typeface="Arial MT"/>
                <a:cs typeface="Arial MT"/>
              </a:rPr>
              <a:t>components</a:t>
            </a:r>
            <a:r>
              <a:rPr sz="18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 University</a:t>
            </a:r>
            <a:endParaRPr sz="185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310"/>
              </a:spcBef>
              <a:buSzPct val="129729"/>
              <a:buChar char="•"/>
              <a:tabLst>
                <a:tab pos="240665" algn="l"/>
              </a:tabLst>
            </a:pP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8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sz="1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Arial MT"/>
                <a:cs typeface="Arial MT"/>
              </a:rPr>
              <a:t>provide</a:t>
            </a:r>
            <a:r>
              <a:rPr sz="18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45" dirty="0">
                <a:solidFill>
                  <a:srgbClr val="FFFFFF"/>
                </a:solidFill>
                <a:latin typeface="Arial MT"/>
                <a:cs typeface="Arial MT"/>
              </a:rPr>
              <a:t>user-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friendly</a:t>
            </a:r>
            <a:r>
              <a:rPr sz="18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interface.</a:t>
            </a:r>
            <a:endParaRPr sz="185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235"/>
              </a:spcBef>
              <a:buSzPct val="129729"/>
              <a:buChar char="•"/>
              <a:tabLst>
                <a:tab pos="241300" algn="l"/>
              </a:tabLst>
            </a:pPr>
            <a:r>
              <a:rPr sz="1850" spc="-80" dirty="0">
                <a:solidFill>
                  <a:srgbClr val="FFFFFF"/>
                </a:solidFill>
                <a:latin typeface="Arial MT"/>
                <a:cs typeface="Arial MT"/>
              </a:rPr>
              <a:t>New</a:t>
            </a:r>
            <a:r>
              <a:rPr sz="18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45" dirty="0">
                <a:solidFill>
                  <a:srgbClr val="FFFFFF"/>
                </a:solidFill>
                <a:latin typeface="Arial MT"/>
                <a:cs typeface="Arial MT"/>
              </a:rPr>
              <a:t>students</a:t>
            </a:r>
            <a:r>
              <a:rPr sz="18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3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45" dirty="0">
                <a:solidFill>
                  <a:srgbClr val="FFFFFF"/>
                </a:solidFill>
                <a:latin typeface="Arial MT"/>
                <a:cs typeface="Arial MT"/>
              </a:rPr>
              <a:t>easily</a:t>
            </a:r>
            <a:r>
              <a:rPr sz="18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40" dirty="0">
                <a:solidFill>
                  <a:srgbClr val="FFFFFF"/>
                </a:solidFill>
                <a:latin typeface="Arial MT"/>
                <a:cs typeface="Arial MT"/>
              </a:rPr>
              <a:t>navigate</a:t>
            </a:r>
            <a:r>
              <a:rPr sz="18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7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8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university</a:t>
            </a:r>
            <a:endParaRPr sz="185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310"/>
              </a:spcBef>
              <a:buSzPct val="129729"/>
              <a:buChar char="•"/>
              <a:tabLst>
                <a:tab pos="241300" algn="l"/>
              </a:tabLst>
            </a:pP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8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sz="18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Arial MT"/>
                <a:cs typeface="Arial MT"/>
              </a:rPr>
              <a:t>help</a:t>
            </a:r>
            <a:r>
              <a:rPr sz="1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50" dirty="0">
                <a:solidFill>
                  <a:srgbClr val="FFFFFF"/>
                </a:solidFill>
                <a:latin typeface="Arial MT"/>
                <a:cs typeface="Arial MT"/>
              </a:rPr>
              <a:t>them</a:t>
            </a:r>
            <a:r>
              <a:rPr sz="18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60" dirty="0">
                <a:solidFill>
                  <a:srgbClr val="FFFFFF"/>
                </a:solidFill>
                <a:latin typeface="Arial MT"/>
                <a:cs typeface="Arial MT"/>
              </a:rPr>
              <a:t>locate</a:t>
            </a:r>
            <a:r>
              <a:rPr sz="18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229" dirty="0">
                <a:solidFill>
                  <a:srgbClr val="FFFFFF"/>
                </a:solidFill>
                <a:latin typeface="Arial MT"/>
                <a:cs typeface="Arial MT"/>
              </a:rPr>
              <a:t>Rooms,</a:t>
            </a:r>
            <a:r>
              <a:rPr sz="18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30" dirty="0">
                <a:solidFill>
                  <a:srgbClr val="FFFFFF"/>
                </a:solidFill>
                <a:latin typeface="Arial MT"/>
                <a:cs typeface="Arial MT"/>
              </a:rPr>
              <a:t>Cafeteria,</a:t>
            </a:r>
            <a:r>
              <a:rPr sz="18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90" dirty="0">
                <a:solidFill>
                  <a:srgbClr val="FFFFFF"/>
                </a:solidFill>
                <a:latin typeface="Arial MT"/>
                <a:cs typeface="Arial MT"/>
              </a:rPr>
              <a:t>Parking,</a:t>
            </a:r>
            <a:r>
              <a:rPr sz="18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95" dirty="0">
                <a:solidFill>
                  <a:srgbClr val="FFFFFF"/>
                </a:solidFill>
                <a:latin typeface="Arial MT"/>
                <a:cs typeface="Arial MT"/>
              </a:rPr>
              <a:t>Sports</a:t>
            </a:r>
            <a:r>
              <a:rPr sz="18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Complex</a:t>
            </a:r>
            <a:endParaRPr sz="1850">
              <a:latin typeface="Arial MT"/>
              <a:cs typeface="Arial MT"/>
            </a:endParaRPr>
          </a:p>
          <a:p>
            <a:pPr marL="241300" marR="5080" indent="-229235">
              <a:lnSpc>
                <a:spcPct val="111600"/>
              </a:lnSpc>
              <a:spcBef>
                <a:spcPts val="1055"/>
              </a:spcBef>
              <a:buSzPct val="129729"/>
              <a:buChar char="•"/>
              <a:tabLst>
                <a:tab pos="241300" algn="l"/>
              </a:tabLst>
            </a:pP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8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sz="18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95" dirty="0">
                <a:solidFill>
                  <a:srgbClr val="FFFFFF"/>
                </a:solidFill>
                <a:latin typeface="Arial MT"/>
                <a:cs typeface="Arial MT"/>
              </a:rPr>
              <a:t>also</a:t>
            </a:r>
            <a:r>
              <a:rPr sz="18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35" dirty="0">
                <a:solidFill>
                  <a:srgbClr val="FFFFFF"/>
                </a:solidFill>
                <a:latin typeface="Arial MT"/>
                <a:cs typeface="Arial MT"/>
              </a:rPr>
              <a:t>help</a:t>
            </a:r>
            <a:r>
              <a:rPr sz="18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05" dirty="0">
                <a:solidFill>
                  <a:srgbClr val="FFFFFF"/>
                </a:solidFill>
                <a:latin typeface="Arial MT"/>
                <a:cs typeface="Arial MT"/>
              </a:rPr>
              <a:t>Faculty</a:t>
            </a:r>
            <a:r>
              <a:rPr sz="18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130" dirty="0">
                <a:solidFill>
                  <a:srgbClr val="FFFFFF"/>
                </a:solidFill>
                <a:latin typeface="Arial MT"/>
                <a:cs typeface="Arial MT"/>
              </a:rPr>
              <a:t>Admin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 Staff</a:t>
            </a:r>
            <a:r>
              <a:rPr sz="185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95" dirty="0">
                <a:solidFill>
                  <a:srgbClr val="FFFFFF"/>
                </a:solidFill>
                <a:latin typeface="Arial MT"/>
                <a:cs typeface="Arial MT"/>
              </a:rPr>
              <a:t>manage</a:t>
            </a:r>
            <a:r>
              <a:rPr sz="18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8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add</a:t>
            </a:r>
            <a:r>
              <a:rPr sz="18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8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sz="1850" spc="-135" dirty="0">
                <a:solidFill>
                  <a:srgbClr val="FFFFFF"/>
                </a:solidFill>
                <a:latin typeface="Arial MT"/>
                <a:cs typeface="Arial MT"/>
              </a:rPr>
              <a:t>students</a:t>
            </a:r>
            <a:r>
              <a:rPr sz="18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50" spc="-65" dirty="0">
                <a:solidFill>
                  <a:srgbClr val="FFFFFF"/>
                </a:solidFill>
                <a:latin typeface="Arial MT"/>
                <a:cs typeface="Arial MT"/>
              </a:rPr>
              <a:t>including </a:t>
            </a:r>
            <a:r>
              <a:rPr sz="1850" spc="-10" dirty="0">
                <a:solidFill>
                  <a:srgbClr val="FFFFFF"/>
                </a:solidFill>
                <a:latin typeface="Arial MT"/>
                <a:cs typeface="Arial MT"/>
              </a:rPr>
              <a:t>Notifications.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477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5"/>
              </a:spcBef>
            </a:pPr>
            <a:r>
              <a:rPr b="0" spc="-620" dirty="0">
                <a:latin typeface="Arial MT"/>
                <a:cs typeface="Arial MT"/>
              </a:rPr>
              <a:t>STRUCTURE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spc="-325" dirty="0">
                <a:latin typeface="Arial MT"/>
                <a:cs typeface="Arial MT"/>
              </a:rPr>
              <a:t>OF</a:t>
            </a:r>
            <a:r>
              <a:rPr b="0" spc="-15" dirty="0">
                <a:latin typeface="Arial MT"/>
                <a:cs typeface="Arial MT"/>
              </a:rPr>
              <a:t> </a:t>
            </a:r>
            <a:r>
              <a:rPr b="0" spc="-465" dirty="0">
                <a:latin typeface="Arial MT"/>
                <a:cs typeface="Arial MT"/>
              </a:rPr>
              <a:t>CODE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640204" y="2203386"/>
            <a:ext cx="8911590" cy="29947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8445" marR="58419" indent="-229235">
              <a:lnSpc>
                <a:spcPct val="114999"/>
              </a:lnSpc>
              <a:spcBef>
                <a:spcPts val="95"/>
              </a:spcBef>
              <a:buSzPct val="129729"/>
              <a:buChar char="•"/>
              <a:tabLst>
                <a:tab pos="258445" algn="l"/>
              </a:tabLst>
            </a:pPr>
            <a:r>
              <a:rPr dirty="0"/>
              <a:t>We</a:t>
            </a:r>
            <a:r>
              <a:rPr spc="-50" dirty="0"/>
              <a:t> </a:t>
            </a:r>
            <a:r>
              <a:rPr dirty="0"/>
              <a:t>will</a:t>
            </a:r>
            <a:r>
              <a:rPr spc="10" dirty="0"/>
              <a:t> </a:t>
            </a:r>
            <a:r>
              <a:rPr spc="-185" dirty="0"/>
              <a:t>use</a:t>
            </a:r>
            <a:r>
              <a:rPr spc="95" dirty="0"/>
              <a:t> </a:t>
            </a:r>
            <a:r>
              <a:rPr b="1" dirty="0">
                <a:latin typeface="Arial"/>
                <a:cs typeface="Arial"/>
              </a:rPr>
              <a:t>C++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b="1" spc="-135" dirty="0">
                <a:latin typeface="Arial"/>
                <a:cs typeface="Arial"/>
              </a:rPr>
              <a:t>Programming</a:t>
            </a:r>
            <a:r>
              <a:rPr b="1" spc="105" dirty="0">
                <a:latin typeface="Arial"/>
                <a:cs typeface="Arial"/>
              </a:rPr>
              <a:t> </a:t>
            </a:r>
            <a:r>
              <a:rPr b="1" spc="-135" dirty="0">
                <a:latin typeface="Arial"/>
                <a:cs typeface="Arial"/>
              </a:rPr>
              <a:t>Language</a:t>
            </a:r>
            <a:r>
              <a:rPr b="1" spc="90" dirty="0">
                <a:latin typeface="Arial"/>
                <a:cs typeface="Arial"/>
              </a:rPr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105" dirty="0"/>
              <a:t>implement</a:t>
            </a:r>
            <a:r>
              <a:rPr spc="-5" dirty="0"/>
              <a:t> </a:t>
            </a:r>
            <a:r>
              <a:rPr spc="-95" dirty="0"/>
              <a:t>the</a:t>
            </a:r>
            <a:r>
              <a:rPr spc="-20" dirty="0"/>
              <a:t> </a:t>
            </a:r>
            <a:r>
              <a:rPr b="1" spc="-290" dirty="0">
                <a:latin typeface="Arial"/>
                <a:cs typeface="Arial"/>
              </a:rPr>
              <a:t>CLASSES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dirty="0"/>
              <a:t>&amp; </a:t>
            </a:r>
            <a:r>
              <a:rPr spc="-135" dirty="0"/>
              <a:t>methods</a:t>
            </a:r>
            <a:r>
              <a:rPr spc="-15" dirty="0"/>
              <a:t> </a:t>
            </a:r>
            <a:r>
              <a:rPr spc="-10" dirty="0"/>
              <a:t>needed </a:t>
            </a:r>
            <a:r>
              <a:rPr dirty="0"/>
              <a:t>for</a:t>
            </a:r>
            <a:r>
              <a:rPr spc="-5" dirty="0"/>
              <a:t> </a:t>
            </a:r>
            <a:r>
              <a:rPr spc="-75" dirty="0"/>
              <a:t>the</a:t>
            </a:r>
            <a:r>
              <a:rPr spc="-20" dirty="0"/>
              <a:t> </a:t>
            </a:r>
            <a:r>
              <a:rPr spc="-10" dirty="0"/>
              <a:t>Program.</a:t>
            </a:r>
          </a:p>
          <a:p>
            <a:pPr marL="257175" marR="394335" indent="-227965">
              <a:lnSpc>
                <a:spcPct val="115100"/>
              </a:lnSpc>
              <a:spcBef>
                <a:spcPts val="900"/>
              </a:spcBef>
              <a:buSzPct val="129729"/>
              <a:buChar char="•"/>
              <a:tabLst>
                <a:tab pos="258445" algn="l"/>
              </a:tabLst>
            </a:pPr>
            <a:r>
              <a:rPr dirty="0"/>
              <a:t>We</a:t>
            </a:r>
            <a:r>
              <a:rPr spc="-130" dirty="0"/>
              <a:t> </a:t>
            </a:r>
            <a:r>
              <a:rPr dirty="0"/>
              <a:t>will</a:t>
            </a:r>
            <a:r>
              <a:rPr spc="-130" dirty="0"/>
              <a:t> </a:t>
            </a:r>
            <a:r>
              <a:rPr spc="-185" dirty="0"/>
              <a:t>use</a:t>
            </a:r>
            <a:r>
              <a:rPr spc="55" dirty="0"/>
              <a:t> </a:t>
            </a:r>
            <a:r>
              <a:rPr b="1" spc="-110" dirty="0">
                <a:latin typeface="Arial"/>
                <a:cs typeface="Arial"/>
              </a:rPr>
              <a:t>OOP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spc="-70" dirty="0"/>
              <a:t>principles</a:t>
            </a:r>
            <a:r>
              <a:rPr spc="5" dirty="0"/>
              <a:t> </a:t>
            </a:r>
            <a:r>
              <a:rPr spc="-220" dirty="0"/>
              <a:t>such</a:t>
            </a:r>
            <a:r>
              <a:rPr spc="85" dirty="0"/>
              <a:t> </a:t>
            </a:r>
            <a:r>
              <a:rPr spc="-150" dirty="0"/>
              <a:t>as</a:t>
            </a:r>
            <a:r>
              <a:rPr spc="5" dirty="0"/>
              <a:t> </a:t>
            </a:r>
            <a:r>
              <a:rPr b="1" spc="-170" dirty="0">
                <a:latin typeface="Arial"/>
                <a:cs typeface="Arial"/>
              </a:rPr>
              <a:t>ENCAPSULATION</a:t>
            </a:r>
            <a:r>
              <a:rPr b="1" spc="130" dirty="0">
                <a:latin typeface="Arial"/>
                <a:cs typeface="Arial"/>
              </a:rPr>
              <a:t> </a:t>
            </a:r>
            <a:r>
              <a:rPr b="1" spc="-170" dirty="0">
                <a:latin typeface="Arial"/>
                <a:cs typeface="Arial"/>
              </a:rPr>
              <a:t>&amp;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175" dirty="0">
                <a:latin typeface="Arial"/>
                <a:cs typeface="Arial"/>
              </a:rPr>
              <a:t>INHERITANCE</a:t>
            </a:r>
            <a:r>
              <a:rPr b="1" spc="130" dirty="0">
                <a:latin typeface="Arial"/>
                <a:cs typeface="Arial"/>
              </a:rPr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spc="-90" dirty="0"/>
              <a:t>design</a:t>
            </a:r>
            <a:r>
              <a:rPr spc="10" dirty="0"/>
              <a:t> </a:t>
            </a:r>
            <a:r>
              <a:rPr spc="-25" dirty="0"/>
              <a:t>and 	</a:t>
            </a:r>
            <a:r>
              <a:rPr spc="-105" dirty="0"/>
              <a:t>implement</a:t>
            </a:r>
            <a:r>
              <a:rPr spc="-25" dirty="0"/>
              <a:t> </a:t>
            </a:r>
            <a:r>
              <a:rPr spc="-75" dirty="0"/>
              <a:t>the</a:t>
            </a:r>
            <a:r>
              <a:rPr spc="-55" dirty="0"/>
              <a:t> </a:t>
            </a:r>
            <a:r>
              <a:rPr spc="-180" dirty="0"/>
              <a:t>classes</a:t>
            </a:r>
            <a:r>
              <a:rPr spc="50" dirty="0"/>
              <a:t> </a:t>
            </a:r>
            <a:r>
              <a:rPr spc="-50" dirty="0"/>
              <a:t>in</a:t>
            </a:r>
            <a:r>
              <a:rPr spc="-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70" dirty="0"/>
              <a:t>reusable</a:t>
            </a:r>
            <a:r>
              <a:rPr spc="40" dirty="0"/>
              <a:t> </a:t>
            </a:r>
            <a:r>
              <a:rPr spc="-20" dirty="0"/>
              <a:t>way.</a:t>
            </a:r>
          </a:p>
          <a:p>
            <a:pPr marL="258445" marR="5080" indent="-229235">
              <a:lnSpc>
                <a:spcPct val="111600"/>
              </a:lnSpc>
              <a:spcBef>
                <a:spcPts val="1050"/>
              </a:spcBef>
              <a:buSzPct val="129729"/>
              <a:buChar char="•"/>
              <a:tabLst>
                <a:tab pos="258445" algn="l"/>
              </a:tabLst>
            </a:pPr>
            <a:r>
              <a:rPr dirty="0"/>
              <a:t>We</a:t>
            </a:r>
            <a:r>
              <a:rPr spc="-130" dirty="0"/>
              <a:t> </a:t>
            </a:r>
            <a:r>
              <a:rPr dirty="0"/>
              <a:t>will</a:t>
            </a:r>
            <a:r>
              <a:rPr spc="-130" dirty="0"/>
              <a:t> </a:t>
            </a:r>
            <a:r>
              <a:rPr spc="-185" dirty="0"/>
              <a:t>use</a:t>
            </a:r>
            <a:r>
              <a:rPr spc="55" dirty="0"/>
              <a:t> </a:t>
            </a:r>
            <a:r>
              <a:rPr b="1" spc="-75" dirty="0">
                <a:latin typeface="Arial"/>
                <a:cs typeface="Arial"/>
              </a:rPr>
              <a:t>Data</a:t>
            </a:r>
            <a:r>
              <a:rPr b="1" spc="-80" dirty="0">
                <a:latin typeface="Arial"/>
                <a:cs typeface="Arial"/>
              </a:rPr>
              <a:t> </a:t>
            </a:r>
            <a:r>
              <a:rPr b="1" spc="-175" dirty="0">
                <a:latin typeface="Arial"/>
                <a:cs typeface="Arial"/>
              </a:rPr>
              <a:t>Structures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-220" dirty="0"/>
              <a:t>such</a:t>
            </a:r>
            <a:r>
              <a:rPr spc="85" dirty="0"/>
              <a:t> </a:t>
            </a:r>
            <a:r>
              <a:rPr spc="-155" dirty="0"/>
              <a:t>as</a:t>
            </a:r>
            <a:r>
              <a:rPr spc="-10" dirty="0"/>
              <a:t> </a:t>
            </a:r>
            <a:r>
              <a:rPr b="1" spc="-215" dirty="0" smtClean="0">
                <a:latin typeface="Arial"/>
                <a:cs typeface="Arial"/>
              </a:rPr>
              <a:t>ARRAYS</a:t>
            </a:r>
            <a:r>
              <a:rPr b="1" spc="85" dirty="0" smtClean="0">
                <a:latin typeface="Arial"/>
                <a:cs typeface="Arial"/>
              </a:rPr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spc="-85" dirty="0"/>
              <a:t>store</a:t>
            </a:r>
            <a:r>
              <a:rPr spc="-15" dirty="0"/>
              <a:t> </a:t>
            </a:r>
            <a:r>
              <a:rPr spc="-30" dirty="0"/>
              <a:t>and </a:t>
            </a:r>
            <a:r>
              <a:rPr spc="-95" dirty="0"/>
              <a:t>manage</a:t>
            </a:r>
            <a:r>
              <a:rPr spc="-15" dirty="0"/>
              <a:t> </a:t>
            </a:r>
            <a:r>
              <a:rPr dirty="0"/>
              <a:t>different</a:t>
            </a:r>
            <a:r>
              <a:rPr spc="105" dirty="0"/>
              <a:t> </a:t>
            </a:r>
            <a:r>
              <a:rPr spc="-100" dirty="0"/>
              <a:t>components </a:t>
            </a:r>
            <a:r>
              <a:rPr dirty="0"/>
              <a:t>of</a:t>
            </a:r>
            <a:r>
              <a:rPr spc="100" dirty="0"/>
              <a:t> </a:t>
            </a:r>
            <a:r>
              <a:rPr spc="-35" dirty="0"/>
              <a:t>University.</a:t>
            </a:r>
          </a:p>
          <a:p>
            <a:pPr marL="258445" marR="267335" indent="-229235">
              <a:lnSpc>
                <a:spcPct val="111600"/>
              </a:lnSpc>
              <a:spcBef>
                <a:spcPts val="1050"/>
              </a:spcBef>
              <a:buSzPct val="129729"/>
              <a:buChar char="•"/>
              <a:tabLst>
                <a:tab pos="258445" algn="l"/>
              </a:tabLst>
            </a:pPr>
            <a:r>
              <a:rPr dirty="0"/>
              <a:t>We</a:t>
            </a:r>
            <a:r>
              <a:rPr spc="-130" dirty="0"/>
              <a:t> </a:t>
            </a:r>
            <a:r>
              <a:rPr dirty="0"/>
              <a:t>will</a:t>
            </a:r>
            <a:r>
              <a:rPr spc="-50" dirty="0"/>
              <a:t> </a:t>
            </a:r>
            <a:r>
              <a:rPr spc="-185" dirty="0"/>
              <a:t>use</a:t>
            </a:r>
            <a:r>
              <a:rPr spc="55" dirty="0"/>
              <a:t> </a:t>
            </a:r>
            <a:r>
              <a:rPr b="1" spc="-110" dirty="0">
                <a:latin typeface="Arial"/>
                <a:cs typeface="Arial"/>
              </a:rPr>
              <a:t>IDE(Integrated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spc="-130" dirty="0">
                <a:latin typeface="Arial"/>
                <a:cs typeface="Arial"/>
              </a:rPr>
              <a:t>Development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spc="-120" dirty="0">
                <a:latin typeface="Arial"/>
                <a:cs typeface="Arial"/>
              </a:rPr>
              <a:t>Environment)</a:t>
            </a:r>
            <a:r>
              <a:rPr b="1" spc="130" dirty="0">
                <a:latin typeface="Arial"/>
                <a:cs typeface="Arial"/>
              </a:rPr>
              <a:t> </a:t>
            </a:r>
            <a:r>
              <a:rPr spc="-220" dirty="0"/>
              <a:t>such</a:t>
            </a:r>
            <a:r>
              <a:rPr spc="10" dirty="0"/>
              <a:t> </a:t>
            </a:r>
            <a:r>
              <a:rPr spc="-100" dirty="0"/>
              <a:t>as</a:t>
            </a:r>
            <a:r>
              <a:rPr spc="-5" dirty="0"/>
              <a:t> </a:t>
            </a:r>
            <a:r>
              <a:rPr b="1" spc="-185" dirty="0">
                <a:latin typeface="Arial"/>
                <a:cs typeface="Arial"/>
              </a:rPr>
              <a:t>DEV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C++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to</a:t>
            </a:r>
            <a:r>
              <a:rPr spc="-90" dirty="0"/>
              <a:t> </a:t>
            </a:r>
            <a:r>
              <a:rPr dirty="0"/>
              <a:t>write</a:t>
            </a:r>
            <a:r>
              <a:rPr spc="45" dirty="0"/>
              <a:t> </a:t>
            </a:r>
            <a:r>
              <a:rPr spc="-25" dirty="0"/>
              <a:t>and </a:t>
            </a:r>
            <a:r>
              <a:rPr spc="-50" dirty="0"/>
              <a:t>debug</a:t>
            </a:r>
            <a:r>
              <a:rPr spc="-5" dirty="0"/>
              <a:t> </a:t>
            </a:r>
            <a:r>
              <a:rPr spc="-40" dirty="0"/>
              <a:t>our</a:t>
            </a:r>
            <a:r>
              <a:rPr spc="30" dirty="0"/>
              <a:t> </a:t>
            </a:r>
            <a:r>
              <a:rPr dirty="0"/>
              <a:t>C++ </a:t>
            </a:r>
            <a:r>
              <a:rPr spc="-20" dirty="0"/>
              <a:t>code.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477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05"/>
              </a:spcBef>
            </a:pPr>
            <a:r>
              <a:rPr spc="-465" dirty="0"/>
              <a:t>GLOBAL</a:t>
            </a:r>
            <a:r>
              <a:rPr spc="-75" dirty="0"/>
              <a:t> </a:t>
            </a:r>
            <a:r>
              <a:rPr spc="-475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7350" y="2312987"/>
            <a:ext cx="8658225" cy="294901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3970">
              <a:lnSpc>
                <a:spcPct val="113100"/>
              </a:lnSpc>
              <a:spcBef>
                <a:spcPts val="90"/>
              </a:spcBef>
            </a:pPr>
            <a:endParaRPr sz="1550" dirty="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295"/>
              </a:spcBef>
              <a:buSzPct val="129032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5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8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15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Global</a:t>
            </a:r>
            <a:r>
              <a:rPr sz="15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30" dirty="0">
                <a:solidFill>
                  <a:srgbClr val="FFFFFF"/>
                </a:solidFill>
                <a:latin typeface="Arial MT"/>
                <a:cs typeface="Arial MT"/>
              </a:rPr>
              <a:t>variables</a:t>
            </a:r>
            <a:r>
              <a:rPr sz="15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4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6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65" dirty="0">
                <a:solidFill>
                  <a:srgbClr val="FFFFFF"/>
                </a:solidFill>
                <a:latin typeface="Arial MT"/>
                <a:cs typeface="Arial MT"/>
              </a:rPr>
              <a:t>code</a:t>
            </a:r>
            <a:r>
              <a:rPr sz="15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75" dirty="0">
                <a:solidFill>
                  <a:srgbClr val="FFFFFF"/>
                </a:solidFill>
                <a:latin typeface="Arial MT"/>
                <a:cs typeface="Arial MT"/>
              </a:rPr>
              <a:t>increase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9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30" dirty="0">
                <a:solidFill>
                  <a:srgbClr val="FFFFFF"/>
                </a:solidFill>
                <a:latin typeface="Arial MT"/>
                <a:cs typeface="Arial MT"/>
              </a:rPr>
              <a:t>reusability</a:t>
            </a:r>
            <a:r>
              <a:rPr sz="15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6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 code.</a:t>
            </a:r>
            <a:endParaRPr sz="15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550" spc="-175" dirty="0">
                <a:solidFill>
                  <a:srgbClr val="FFFFFF"/>
                </a:solidFill>
                <a:latin typeface="Arial MT"/>
                <a:cs typeface="Arial MT"/>
              </a:rPr>
              <a:t>Such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as:</a:t>
            </a:r>
            <a:endParaRPr sz="15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550" spc="105" dirty="0">
                <a:solidFill>
                  <a:srgbClr val="FFFFFF"/>
                </a:solidFill>
                <a:latin typeface="Arial MT"/>
                <a:cs typeface="Arial MT"/>
              </a:rPr>
              <a:t>//global</a:t>
            </a:r>
            <a:r>
              <a:rPr sz="155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variables</a:t>
            </a:r>
            <a:endParaRPr sz="1550" dirty="0">
              <a:latin typeface="Arial MT"/>
              <a:cs typeface="Arial MT"/>
            </a:endParaRPr>
          </a:p>
          <a:p>
            <a:pPr marL="12700" marR="5080">
              <a:lnSpc>
                <a:spcPct val="113100"/>
              </a:lnSpc>
              <a:spcBef>
                <a:spcPts val="975"/>
              </a:spcBef>
            </a:pP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int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80" dirty="0">
                <a:solidFill>
                  <a:srgbClr val="FFFFFF"/>
                </a:solidFill>
                <a:latin typeface="Arial MT"/>
                <a:cs typeface="Arial MT"/>
              </a:rPr>
              <a:t>teacher_count</a:t>
            </a:r>
            <a:r>
              <a:rPr sz="15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14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5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0,</a:t>
            </a:r>
            <a:r>
              <a:rPr sz="15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20" dirty="0">
                <a:solidFill>
                  <a:srgbClr val="FFFFFF"/>
                </a:solidFill>
                <a:latin typeface="Arial MT"/>
                <a:cs typeface="Arial MT"/>
              </a:rPr>
              <a:t>vc_count</a:t>
            </a:r>
            <a:r>
              <a:rPr sz="155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14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5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0,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95" dirty="0">
                <a:solidFill>
                  <a:srgbClr val="FFFFFF"/>
                </a:solidFill>
                <a:latin typeface="Arial MT"/>
                <a:cs typeface="Arial MT"/>
              </a:rPr>
              <a:t>dean_count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14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 0,</a:t>
            </a:r>
            <a:r>
              <a:rPr sz="15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60" dirty="0">
                <a:solidFill>
                  <a:srgbClr val="FFFFFF"/>
                </a:solidFill>
                <a:latin typeface="Arial MT"/>
                <a:cs typeface="Arial MT"/>
              </a:rPr>
              <a:t>noffice_count=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0,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40" dirty="0">
                <a:solidFill>
                  <a:srgbClr val="FFFFFF"/>
                </a:solidFill>
                <a:latin typeface="Arial MT"/>
                <a:cs typeface="Arial MT"/>
              </a:rPr>
              <a:t>foffice_count=</a:t>
            </a:r>
            <a:r>
              <a:rPr sz="15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0,</a:t>
            </a:r>
            <a:r>
              <a:rPr sz="15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50" dirty="0">
                <a:solidFill>
                  <a:srgbClr val="FFFFFF"/>
                </a:solidFill>
                <a:latin typeface="Arial MT"/>
                <a:cs typeface="Arial MT"/>
              </a:rPr>
              <a:t>Max_sports</a:t>
            </a:r>
            <a:r>
              <a:rPr sz="15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14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5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0, </a:t>
            </a: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Max_Cafe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14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5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0,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Max_parking</a:t>
            </a:r>
            <a:r>
              <a:rPr sz="155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14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0,</a:t>
            </a:r>
            <a:r>
              <a:rPr sz="15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Max_Masjid=</a:t>
            </a:r>
            <a:r>
              <a:rPr sz="15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75" dirty="0">
                <a:solidFill>
                  <a:srgbClr val="FFFFFF"/>
                </a:solidFill>
                <a:latin typeface="Arial MT"/>
                <a:cs typeface="Arial MT"/>
              </a:rPr>
              <a:t>0,appointment_count</a:t>
            </a:r>
            <a:r>
              <a:rPr sz="15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14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5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0;</a:t>
            </a:r>
            <a:endParaRPr sz="1550" dirty="0">
              <a:latin typeface="Arial MT"/>
              <a:cs typeface="Arial MT"/>
            </a:endParaRPr>
          </a:p>
          <a:p>
            <a:pPr marL="927735">
              <a:lnSpc>
                <a:spcPct val="100000"/>
              </a:lnSpc>
              <a:spcBef>
                <a:spcPts val="1295"/>
              </a:spcBef>
            </a:pP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int</a:t>
            </a:r>
            <a:r>
              <a:rPr sz="15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85" dirty="0">
                <a:solidFill>
                  <a:srgbClr val="FFFFFF"/>
                </a:solidFill>
                <a:latin typeface="Arial MT"/>
                <a:cs typeface="Arial MT"/>
              </a:rPr>
              <a:t>NBRooms</a:t>
            </a:r>
            <a:r>
              <a:rPr sz="15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14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5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0;</a:t>
            </a:r>
            <a:endParaRPr sz="1550" dirty="0">
              <a:latin typeface="Arial MT"/>
              <a:cs typeface="Arial MT"/>
            </a:endParaRPr>
          </a:p>
          <a:p>
            <a:pPr marL="927735">
              <a:lnSpc>
                <a:spcPct val="100000"/>
              </a:lnSpc>
              <a:spcBef>
                <a:spcPts val="1220"/>
              </a:spcBef>
            </a:pP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int</a:t>
            </a:r>
            <a:r>
              <a:rPr sz="15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80" dirty="0">
                <a:solidFill>
                  <a:srgbClr val="FFFFFF"/>
                </a:solidFill>
                <a:latin typeface="Arial MT"/>
                <a:cs typeface="Arial MT"/>
              </a:rPr>
              <a:t>OBRooms</a:t>
            </a:r>
            <a:r>
              <a:rPr sz="15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14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0;</a:t>
            </a:r>
            <a:endParaRPr sz="155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477" rIns="0" bIns="0" rtlCol="0">
            <a:spAutoFit/>
          </a:bodyPr>
          <a:lstStyle/>
          <a:p>
            <a:pPr marL="1221105">
              <a:lnSpc>
                <a:spcPct val="100000"/>
              </a:lnSpc>
              <a:spcBef>
                <a:spcPts val="105"/>
              </a:spcBef>
            </a:pPr>
            <a:r>
              <a:rPr spc="-610" dirty="0"/>
              <a:t>CLASSES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7350" y="2051494"/>
            <a:ext cx="8808085" cy="26888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999"/>
              </a:lnSpc>
              <a:spcBef>
                <a:spcPts val="95"/>
              </a:spcBef>
            </a:pPr>
            <a:endParaRPr sz="1550" dirty="0">
              <a:latin typeface="Arial MT"/>
              <a:cs typeface="Arial MT"/>
            </a:endParaRPr>
          </a:p>
          <a:p>
            <a:pPr marL="12700" marR="2475230" indent="228600">
              <a:lnSpc>
                <a:spcPct val="165600"/>
              </a:lnSpc>
              <a:spcBef>
                <a:spcPts val="75"/>
              </a:spcBef>
              <a:buSzPct val="129032"/>
              <a:buChar char="•"/>
              <a:tabLst>
                <a:tab pos="241300" algn="l"/>
              </a:tabLst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5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8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15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Multiple</a:t>
            </a: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b="1" spc="-250" dirty="0">
                <a:solidFill>
                  <a:srgbClr val="FFFFFF"/>
                </a:solidFill>
                <a:latin typeface="Arial"/>
                <a:cs typeface="Arial"/>
              </a:rPr>
              <a:t>CLASSES</a:t>
            </a:r>
            <a:r>
              <a:rPr sz="1550" b="1" spc="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5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b="1" spc="-140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r>
              <a:rPr sz="1550" b="1" spc="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5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70" dirty="0">
                <a:solidFill>
                  <a:srgbClr val="FFFFFF"/>
                </a:solidFill>
                <a:latin typeface="Arial MT"/>
                <a:cs typeface="Arial MT"/>
              </a:rPr>
              <a:t>storing</a:t>
            </a:r>
            <a:r>
              <a:rPr sz="15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5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20" dirty="0">
                <a:solidFill>
                  <a:srgbClr val="FFFFFF"/>
                </a:solidFill>
                <a:latin typeface="Arial MT"/>
                <a:cs typeface="Arial MT"/>
              </a:rPr>
              <a:t>across</a:t>
            </a:r>
            <a:r>
              <a:rPr sz="15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85" dirty="0">
                <a:solidFill>
                  <a:srgbClr val="FFFFFF"/>
                </a:solidFill>
                <a:latin typeface="Arial MT"/>
                <a:cs typeface="Arial MT"/>
              </a:rPr>
              <a:t>Classes. </a:t>
            </a:r>
            <a:r>
              <a:rPr sz="1550" spc="-175" dirty="0">
                <a:solidFill>
                  <a:srgbClr val="FFFFFF"/>
                </a:solidFill>
                <a:latin typeface="Arial MT"/>
                <a:cs typeface="Arial MT"/>
              </a:rPr>
              <a:t>Such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as:</a:t>
            </a:r>
            <a:endParaRPr sz="1550" dirty="0">
              <a:latin typeface="Arial MT"/>
              <a:cs typeface="Arial MT"/>
            </a:endParaRPr>
          </a:p>
          <a:p>
            <a:pPr marL="12700" marR="7718425">
              <a:lnSpc>
                <a:spcPct val="165600"/>
              </a:lnSpc>
              <a:spcBef>
                <a:spcPts val="70"/>
              </a:spcBef>
            </a:pP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//Room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30" dirty="0">
                <a:solidFill>
                  <a:srgbClr val="FFFFFF"/>
                </a:solidFill>
                <a:latin typeface="Arial MT"/>
                <a:cs typeface="Arial MT"/>
              </a:rPr>
              <a:t>class </a:t>
            </a:r>
            <a:r>
              <a:rPr sz="1550" spc="-125" dirty="0">
                <a:solidFill>
                  <a:srgbClr val="FFFFFF"/>
                </a:solidFill>
                <a:latin typeface="Arial MT"/>
                <a:cs typeface="Arial MT"/>
              </a:rPr>
              <a:t>class</a:t>
            </a:r>
            <a:r>
              <a:rPr sz="15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Room</a:t>
            </a:r>
            <a:endParaRPr sz="1550" dirty="0">
              <a:latin typeface="Arial MT"/>
              <a:cs typeface="Arial MT"/>
            </a:endParaRPr>
          </a:p>
          <a:p>
            <a:pPr marL="69850">
              <a:lnSpc>
                <a:spcPct val="100000"/>
              </a:lnSpc>
              <a:spcBef>
                <a:spcPts val="1295"/>
              </a:spcBef>
            </a:pPr>
            <a:r>
              <a:rPr sz="1550" spc="-130" dirty="0">
                <a:solidFill>
                  <a:srgbClr val="FFFFFF"/>
                </a:solidFill>
                <a:latin typeface="Arial MT"/>
                <a:cs typeface="Arial MT"/>
              </a:rPr>
              <a:t>class</a:t>
            </a:r>
            <a:r>
              <a:rPr sz="15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office:</a:t>
            </a:r>
            <a:r>
              <a:rPr sz="1550" spc="-45" dirty="0">
                <a:solidFill>
                  <a:srgbClr val="FFFFFF"/>
                </a:solidFill>
                <a:latin typeface="Arial MT"/>
                <a:cs typeface="Arial MT"/>
              </a:rPr>
              <a:t> public</a:t>
            </a:r>
            <a:r>
              <a:rPr sz="15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Room</a:t>
            </a:r>
            <a:endParaRPr sz="15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1550" spc="370" dirty="0">
                <a:solidFill>
                  <a:srgbClr val="FFFFFF"/>
                </a:solidFill>
                <a:latin typeface="Arial MT"/>
                <a:cs typeface="Arial MT"/>
              </a:rPr>
              <a:t>//</a:t>
            </a:r>
            <a:r>
              <a:rPr sz="15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95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15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office</a:t>
            </a:r>
            <a:r>
              <a:rPr sz="15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class</a:t>
            </a:r>
            <a:endParaRPr sz="155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" y="0"/>
            <a:ext cx="1164431" cy="23717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552825"/>
            <a:ext cx="219075" cy="6572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4486275"/>
            <a:ext cx="1202690" cy="2371725"/>
            <a:chOff x="0" y="4486275"/>
            <a:chExt cx="1202690" cy="237172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6275"/>
              <a:ext cx="23812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075" y="4867275"/>
              <a:ext cx="983239" cy="199072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70691" y="0"/>
            <a:ext cx="535559" cy="6286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534775" y="5553075"/>
            <a:ext cx="504825" cy="12954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30025" y="9525"/>
            <a:ext cx="381000" cy="172402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39525" y="4867275"/>
              <a:ext cx="390525" cy="19812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9624" y="685736"/>
              <a:ext cx="10568051" cy="55579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201400" y="0"/>
              <a:ext cx="419100" cy="514350"/>
            </a:xfrm>
            <a:custGeom>
              <a:avLst/>
              <a:gdLst/>
              <a:ahLst/>
              <a:cxnLst/>
              <a:rect l="l" t="t" r="r" b="b"/>
              <a:pathLst>
                <a:path w="419100" h="514350">
                  <a:moveTo>
                    <a:pt x="395224" y="0"/>
                  </a:moveTo>
                  <a:lnTo>
                    <a:pt x="323469" y="171957"/>
                  </a:lnTo>
                  <a:lnTo>
                    <a:pt x="0" y="499999"/>
                  </a:lnTo>
                  <a:lnTo>
                    <a:pt x="19176" y="514350"/>
                  </a:lnTo>
                  <a:lnTo>
                    <a:pt x="347345" y="186308"/>
                  </a:lnTo>
                  <a:lnTo>
                    <a:pt x="419100" y="9525"/>
                  </a:lnTo>
                  <a:lnTo>
                    <a:pt x="395224" y="0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094021" y="476250"/>
              <a:ext cx="145478" cy="1524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53800" y="1543050"/>
              <a:ext cx="190500" cy="1905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430000" y="9525"/>
              <a:ext cx="304800" cy="1543050"/>
            </a:xfrm>
            <a:custGeom>
              <a:avLst/>
              <a:gdLst/>
              <a:ahLst/>
              <a:cxnLst/>
              <a:rect l="l" t="t" r="r" b="b"/>
              <a:pathLst>
                <a:path w="304800" h="1543050">
                  <a:moveTo>
                    <a:pt x="304800" y="0"/>
                  </a:moveTo>
                  <a:lnTo>
                    <a:pt x="276225" y="0"/>
                  </a:lnTo>
                  <a:lnTo>
                    <a:pt x="276225" y="973709"/>
                  </a:lnTo>
                  <a:lnTo>
                    <a:pt x="0" y="1252854"/>
                  </a:lnTo>
                  <a:lnTo>
                    <a:pt x="0" y="1543050"/>
                  </a:lnTo>
                  <a:lnTo>
                    <a:pt x="23875" y="1543050"/>
                  </a:lnTo>
                  <a:lnTo>
                    <a:pt x="23875" y="1262379"/>
                  </a:lnTo>
                  <a:lnTo>
                    <a:pt x="304800" y="983234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1475" y="0"/>
              <a:ext cx="11458575" cy="6848475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821" rIns="0" bIns="0" rtlCol="0">
            <a:spAutoFit/>
          </a:bodyPr>
          <a:lstStyle/>
          <a:p>
            <a:pPr marL="1215390">
              <a:lnSpc>
                <a:spcPct val="100000"/>
              </a:lnSpc>
              <a:spcBef>
                <a:spcPts val="105"/>
              </a:spcBef>
            </a:pPr>
            <a:r>
              <a:rPr spc="-610" dirty="0"/>
              <a:t>CLASSES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143952" y="3757993"/>
            <a:ext cx="1736725" cy="12917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065" marR="5080" algn="ctr">
              <a:lnSpc>
                <a:spcPct val="82000"/>
              </a:lnSpc>
              <a:spcBef>
                <a:spcPts val="430"/>
              </a:spcBef>
            </a:pPr>
            <a:r>
              <a:rPr sz="1400" b="1" spc="-180" dirty="0">
                <a:solidFill>
                  <a:srgbClr val="FFFFFF"/>
                </a:solidFill>
                <a:latin typeface="Arial"/>
                <a:cs typeface="Arial"/>
              </a:rPr>
              <a:t>“CLASS</a:t>
            </a:r>
            <a:r>
              <a:rPr sz="1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85" dirty="0">
                <a:solidFill>
                  <a:srgbClr val="FFFFFF"/>
                </a:solidFill>
                <a:latin typeface="Arial"/>
                <a:cs typeface="Arial"/>
              </a:rPr>
              <a:t>ROOM”</a:t>
            </a: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110" dirty="0">
                <a:solidFill>
                  <a:srgbClr val="FFFFFF"/>
                </a:solidFill>
                <a:latin typeface="Arial"/>
                <a:cs typeface="Arial"/>
              </a:rPr>
              <a:t>~</a:t>
            </a:r>
            <a:r>
              <a:rPr sz="1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85" dirty="0">
                <a:solidFill>
                  <a:srgbClr val="FFFFFF"/>
                </a:solidFill>
                <a:latin typeface="Arial MT"/>
                <a:cs typeface="Arial MT"/>
              </a:rPr>
              <a:t>THIS </a:t>
            </a:r>
            <a:r>
              <a:rPr sz="1400" spc="-204" dirty="0">
                <a:solidFill>
                  <a:srgbClr val="FFFFFF"/>
                </a:solidFill>
                <a:latin typeface="Arial MT"/>
                <a:cs typeface="Arial MT"/>
              </a:rPr>
              <a:t>CLASS</a:t>
            </a:r>
            <a:r>
              <a:rPr sz="14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CONTAIN </a:t>
            </a:r>
            <a:r>
              <a:rPr sz="1400" spc="-125" dirty="0">
                <a:solidFill>
                  <a:srgbClr val="FFFFFF"/>
                </a:solidFill>
                <a:latin typeface="Arial MT"/>
                <a:cs typeface="Arial MT"/>
              </a:rPr>
              <a:t>INFORMATION</a:t>
            </a:r>
            <a:r>
              <a:rPr sz="1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ABOUT </a:t>
            </a:r>
            <a:r>
              <a:rPr sz="1400" spc="-80" dirty="0">
                <a:solidFill>
                  <a:srgbClr val="FFFFFF"/>
                </a:solidFill>
                <a:latin typeface="Arial MT"/>
                <a:cs typeface="Arial MT"/>
              </a:rPr>
              <a:t>ROOM</a:t>
            </a:r>
            <a:r>
              <a:rPr sz="1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90" dirty="0">
                <a:solidFill>
                  <a:srgbClr val="FFFFFF"/>
                </a:solidFill>
                <a:latin typeface="Arial MT"/>
                <a:cs typeface="Arial MT"/>
              </a:rPr>
              <a:t>SUCH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AS </a:t>
            </a:r>
            <a:r>
              <a:rPr sz="1400" spc="-80" dirty="0">
                <a:solidFill>
                  <a:srgbClr val="FFFFFF"/>
                </a:solidFill>
                <a:latin typeface="Arial MT"/>
                <a:cs typeface="Arial MT"/>
              </a:rPr>
              <a:t>ROOM</a:t>
            </a:r>
            <a:r>
              <a:rPr sz="1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NUMBER, </a:t>
            </a:r>
            <a:r>
              <a:rPr sz="1400" spc="-175" dirty="0">
                <a:solidFill>
                  <a:srgbClr val="FFFFFF"/>
                </a:solidFill>
                <a:latin typeface="Arial MT"/>
                <a:cs typeface="Arial MT"/>
              </a:rPr>
              <a:t>DESCRIPTION</a:t>
            </a:r>
            <a:r>
              <a:rPr sz="14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&amp; 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BUILDING.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76904" y="3757993"/>
            <a:ext cx="1743710" cy="1292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875" algn="ctr">
              <a:lnSpc>
                <a:spcPts val="1515"/>
              </a:lnSpc>
              <a:spcBef>
                <a:spcPts val="125"/>
              </a:spcBef>
            </a:pPr>
            <a:r>
              <a:rPr sz="1400" b="1" spc="-180" dirty="0">
                <a:solidFill>
                  <a:srgbClr val="FFFFFF"/>
                </a:solidFill>
                <a:latin typeface="Arial"/>
                <a:cs typeface="Arial"/>
              </a:rPr>
              <a:t>“CLASS</a:t>
            </a:r>
            <a:r>
              <a:rPr sz="1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UNIVERSITY”</a:t>
            </a:r>
            <a:endParaRPr sz="1400" dirty="0">
              <a:latin typeface="Arial"/>
              <a:cs typeface="Arial"/>
            </a:endParaRPr>
          </a:p>
          <a:p>
            <a:pPr marL="12700" marR="5080" algn="ctr">
              <a:lnSpc>
                <a:spcPct val="82300"/>
              </a:lnSpc>
              <a:spcBef>
                <a:spcPts val="135"/>
              </a:spcBef>
            </a:pPr>
            <a:r>
              <a:rPr sz="1400" b="1" spc="110" dirty="0">
                <a:solidFill>
                  <a:srgbClr val="FFFFFF"/>
                </a:solidFill>
                <a:latin typeface="Arial"/>
                <a:cs typeface="Arial"/>
              </a:rPr>
              <a:t>~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14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4" dirty="0">
                <a:solidFill>
                  <a:srgbClr val="FFFFFF"/>
                </a:solidFill>
                <a:latin typeface="Arial MT"/>
                <a:cs typeface="Arial MT"/>
              </a:rPr>
              <a:t>CLASS</a:t>
            </a:r>
            <a:r>
              <a:rPr sz="14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90" dirty="0">
                <a:solidFill>
                  <a:srgbClr val="FFFFFF"/>
                </a:solidFill>
                <a:latin typeface="Arial MT"/>
                <a:cs typeface="Arial MT"/>
              </a:rPr>
              <a:t>DISPLAYS</a:t>
            </a:r>
            <a:r>
              <a:rPr sz="140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6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Arial MT"/>
                <a:cs typeface="Arial MT"/>
              </a:rPr>
              <a:t>UNIVERSITY </a:t>
            </a:r>
            <a:r>
              <a:rPr sz="1400" spc="-220" dirty="0" smtClean="0">
                <a:solidFill>
                  <a:srgbClr val="FFFFFF"/>
                </a:solidFill>
                <a:latin typeface="Arial MT"/>
                <a:cs typeface="Arial MT"/>
              </a:rPr>
              <a:t>DETAI</a:t>
            </a:r>
            <a:r>
              <a:rPr lang="en-US" sz="1400" spc="-220" dirty="0" smtClean="0">
                <a:solidFill>
                  <a:srgbClr val="FFFFFF"/>
                </a:solidFill>
                <a:latin typeface="Arial MT"/>
                <a:cs typeface="Arial MT"/>
              </a:rPr>
              <a:t>I </a:t>
            </a:r>
            <a:r>
              <a:rPr sz="1400" spc="-220" dirty="0" smtClean="0">
                <a:solidFill>
                  <a:srgbClr val="FFFFFF"/>
                </a:solidFill>
                <a:latin typeface="Arial MT"/>
                <a:cs typeface="Arial MT"/>
              </a:rPr>
              <a:t>S</a:t>
            </a:r>
            <a:r>
              <a:rPr sz="1400" spc="6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90" dirty="0">
                <a:solidFill>
                  <a:srgbClr val="FFFFFF"/>
                </a:solidFill>
                <a:latin typeface="Arial MT"/>
                <a:cs typeface="Arial MT"/>
              </a:rPr>
              <a:t>SUCH</a:t>
            </a:r>
            <a:r>
              <a:rPr sz="14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AS </a:t>
            </a:r>
            <a:r>
              <a:rPr sz="1400" spc="-135" dirty="0">
                <a:solidFill>
                  <a:srgbClr val="FFFFFF"/>
                </a:solidFill>
                <a:latin typeface="Arial MT"/>
                <a:cs typeface="Arial MT"/>
              </a:rPr>
              <a:t>NAME,</a:t>
            </a:r>
            <a:r>
              <a:rPr sz="1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MT"/>
                <a:cs typeface="Arial MT"/>
              </a:rPr>
              <a:t>DESCRIPTION, </a:t>
            </a:r>
            <a:r>
              <a:rPr sz="1400" spc="-130" dirty="0">
                <a:solidFill>
                  <a:srgbClr val="FFFFFF"/>
                </a:solidFill>
                <a:latin typeface="Arial MT"/>
                <a:cs typeface="Arial MT"/>
              </a:rPr>
              <a:t>LOCATION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&amp; 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CONTACT.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38115" y="3757993"/>
            <a:ext cx="1705610" cy="18167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065" marR="5080" indent="15875" algn="ctr">
              <a:lnSpc>
                <a:spcPct val="82000"/>
              </a:lnSpc>
              <a:spcBef>
                <a:spcPts val="430"/>
              </a:spcBef>
            </a:pPr>
            <a:r>
              <a:rPr sz="1400" spc="-165" dirty="0">
                <a:solidFill>
                  <a:srgbClr val="FFFFFF"/>
                </a:solidFill>
                <a:latin typeface="Arial MT"/>
                <a:cs typeface="Arial MT"/>
              </a:rPr>
              <a:t>“</a:t>
            </a:r>
            <a:r>
              <a:rPr sz="1400" b="1" spc="-165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40" dirty="0">
                <a:solidFill>
                  <a:srgbClr val="FFFFFF"/>
                </a:solidFill>
                <a:latin typeface="Arial"/>
                <a:cs typeface="Arial"/>
              </a:rPr>
              <a:t>VC:</a:t>
            </a: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PUBLIC </a:t>
            </a:r>
            <a:r>
              <a:rPr sz="1400" b="1" spc="-70" dirty="0">
                <a:solidFill>
                  <a:srgbClr val="FFFFFF"/>
                </a:solidFill>
                <a:latin typeface="Arial"/>
                <a:cs typeface="Arial"/>
              </a:rPr>
              <a:t>ROOM</a:t>
            </a:r>
            <a:r>
              <a:rPr sz="1400" spc="-70" dirty="0">
                <a:solidFill>
                  <a:srgbClr val="FFFFFF"/>
                </a:solidFill>
                <a:latin typeface="Arial MT"/>
                <a:cs typeface="Arial MT"/>
              </a:rPr>
              <a:t>”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b="1" spc="110" dirty="0">
                <a:solidFill>
                  <a:srgbClr val="FFFFFF"/>
                </a:solidFill>
                <a:latin typeface="Arial"/>
                <a:cs typeface="Arial"/>
              </a:rPr>
              <a:t>~</a:t>
            </a:r>
            <a:r>
              <a:rPr sz="14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14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 MT"/>
                <a:cs typeface="Arial MT"/>
              </a:rPr>
              <a:t>CLASS </a:t>
            </a:r>
            <a:r>
              <a:rPr sz="1400" spc="-190" dirty="0">
                <a:solidFill>
                  <a:srgbClr val="FFFFFF"/>
                </a:solidFill>
                <a:latin typeface="Arial MT"/>
                <a:cs typeface="Arial MT"/>
              </a:rPr>
              <a:t>DISPLAYS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6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VC </a:t>
            </a:r>
            <a:r>
              <a:rPr sz="1400" spc="-220" dirty="0">
                <a:solidFill>
                  <a:srgbClr val="FFFFFF"/>
                </a:solidFill>
                <a:latin typeface="Arial MT"/>
                <a:cs typeface="Arial MT"/>
              </a:rPr>
              <a:t>DETAILS</a:t>
            </a:r>
            <a:r>
              <a:rPr sz="14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90" dirty="0">
                <a:solidFill>
                  <a:srgbClr val="FFFFFF"/>
                </a:solidFill>
                <a:latin typeface="Arial MT"/>
                <a:cs typeface="Arial MT"/>
              </a:rPr>
              <a:t>SUCH</a:t>
            </a:r>
            <a:r>
              <a:rPr sz="14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AS </a:t>
            </a:r>
            <a:r>
              <a:rPr sz="1400" spc="-135" dirty="0">
                <a:solidFill>
                  <a:srgbClr val="FFFFFF"/>
                </a:solidFill>
                <a:latin typeface="Arial MT"/>
                <a:cs typeface="Arial MT"/>
              </a:rPr>
              <a:t>NAME,</a:t>
            </a:r>
            <a:r>
              <a:rPr sz="1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MT"/>
                <a:cs typeface="Arial MT"/>
              </a:rPr>
              <a:t>DESCRIPTION, </a:t>
            </a:r>
            <a:r>
              <a:rPr sz="1400" spc="-165" dirty="0">
                <a:solidFill>
                  <a:srgbClr val="FFFFFF"/>
                </a:solidFill>
                <a:latin typeface="Arial MT"/>
                <a:cs typeface="Arial MT"/>
              </a:rPr>
              <a:t>MEETING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Arial MT"/>
                <a:cs typeface="Arial MT"/>
              </a:rPr>
              <a:t>TIME.</a:t>
            </a:r>
            <a:r>
              <a:rPr sz="1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THIS </a:t>
            </a:r>
            <a:r>
              <a:rPr sz="1400" spc="-204" dirty="0">
                <a:solidFill>
                  <a:srgbClr val="FFFFFF"/>
                </a:solidFill>
                <a:latin typeface="Arial MT"/>
                <a:cs typeface="Arial MT"/>
              </a:rPr>
              <a:t>CLASS</a:t>
            </a:r>
            <a:r>
              <a:rPr sz="14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90" dirty="0">
                <a:solidFill>
                  <a:srgbClr val="FFFFFF"/>
                </a:solidFill>
                <a:latin typeface="Arial MT"/>
                <a:cs typeface="Arial MT"/>
              </a:rPr>
              <a:t>INHERIT</a:t>
            </a:r>
            <a:r>
              <a:rPr sz="1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1400" spc="-15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4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Arial MT"/>
                <a:cs typeface="Arial MT"/>
              </a:rPr>
              <a:t>ROOMS</a:t>
            </a:r>
            <a:r>
              <a:rPr sz="1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1400" spc="-175" dirty="0">
                <a:solidFill>
                  <a:srgbClr val="FFFFFF"/>
                </a:solidFill>
                <a:latin typeface="Arial MT"/>
                <a:cs typeface="Arial MT"/>
              </a:rPr>
              <a:t>ALLOT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6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Arial MT"/>
                <a:cs typeface="Arial MT"/>
              </a:rPr>
              <a:t>ROOM</a:t>
            </a:r>
            <a:r>
              <a:rPr sz="1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65" dirty="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MEETING.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61225" y="3757993"/>
            <a:ext cx="1750060" cy="18167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algn="ctr">
              <a:lnSpc>
                <a:spcPct val="82000"/>
              </a:lnSpc>
              <a:spcBef>
                <a:spcPts val="430"/>
              </a:spcBef>
            </a:pPr>
            <a:r>
              <a:rPr sz="1400" b="1" spc="-180" dirty="0">
                <a:solidFill>
                  <a:srgbClr val="FFFFFF"/>
                </a:solidFill>
                <a:latin typeface="Arial"/>
                <a:cs typeface="Arial"/>
              </a:rPr>
              <a:t>“CLASS</a:t>
            </a:r>
            <a:r>
              <a:rPr sz="1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20" dirty="0">
                <a:solidFill>
                  <a:srgbClr val="FFFFFF"/>
                </a:solidFill>
                <a:latin typeface="Arial"/>
                <a:cs typeface="Arial"/>
              </a:rPr>
              <a:t>DEAN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0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4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70" dirty="0">
                <a:solidFill>
                  <a:srgbClr val="FFFFFF"/>
                </a:solidFill>
                <a:latin typeface="Arial"/>
                <a:cs typeface="Arial"/>
              </a:rPr>
              <a:t>PUBLIC </a:t>
            </a:r>
            <a:r>
              <a:rPr sz="1400" b="1" spc="-95" dirty="0">
                <a:solidFill>
                  <a:srgbClr val="FFFFFF"/>
                </a:solidFill>
                <a:latin typeface="Arial"/>
                <a:cs typeface="Arial"/>
              </a:rPr>
              <a:t>ROOM”</a:t>
            </a:r>
            <a:r>
              <a:rPr sz="1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110" dirty="0">
                <a:solidFill>
                  <a:srgbClr val="FFFFFF"/>
                </a:solidFill>
                <a:latin typeface="Arial"/>
                <a:cs typeface="Arial"/>
              </a:rPr>
              <a:t>~</a:t>
            </a:r>
            <a:r>
              <a:rPr sz="1400" b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140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CLASS </a:t>
            </a:r>
            <a:r>
              <a:rPr sz="1400" spc="-195" dirty="0">
                <a:solidFill>
                  <a:srgbClr val="FFFFFF"/>
                </a:solidFill>
                <a:latin typeface="Arial MT"/>
                <a:cs typeface="Arial MT"/>
              </a:rPr>
              <a:t>DISPLAYS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6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DEAN </a:t>
            </a:r>
            <a:r>
              <a:rPr sz="1400" spc="-220" dirty="0">
                <a:solidFill>
                  <a:srgbClr val="FFFFFF"/>
                </a:solidFill>
                <a:latin typeface="Arial MT"/>
                <a:cs typeface="Arial MT"/>
              </a:rPr>
              <a:t>DETAILS</a:t>
            </a:r>
            <a:r>
              <a:rPr sz="140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85" dirty="0">
                <a:solidFill>
                  <a:srgbClr val="FFFFFF"/>
                </a:solidFill>
                <a:latin typeface="Arial MT"/>
                <a:cs typeface="Arial MT"/>
              </a:rPr>
              <a:t>SUCH</a:t>
            </a:r>
            <a:r>
              <a:rPr sz="14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AS </a:t>
            </a:r>
            <a:r>
              <a:rPr sz="1400" spc="-135" dirty="0">
                <a:solidFill>
                  <a:srgbClr val="FFFFFF"/>
                </a:solidFill>
                <a:latin typeface="Arial MT"/>
                <a:cs typeface="Arial MT"/>
              </a:rPr>
              <a:t>NAME,</a:t>
            </a:r>
            <a:r>
              <a:rPr sz="1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 MT"/>
                <a:cs typeface="Arial MT"/>
              </a:rPr>
              <a:t>DESCRIPTION, </a:t>
            </a:r>
            <a:r>
              <a:rPr sz="1400" spc="-165" dirty="0">
                <a:solidFill>
                  <a:srgbClr val="FFFFFF"/>
                </a:solidFill>
                <a:latin typeface="Arial MT"/>
                <a:cs typeface="Arial MT"/>
              </a:rPr>
              <a:t>MEETING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70" dirty="0">
                <a:solidFill>
                  <a:srgbClr val="FFFFFF"/>
                </a:solidFill>
                <a:latin typeface="Arial MT"/>
                <a:cs typeface="Arial MT"/>
              </a:rPr>
              <a:t>TIME.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THIS </a:t>
            </a:r>
            <a:r>
              <a:rPr sz="1400" spc="-204" dirty="0">
                <a:solidFill>
                  <a:srgbClr val="FFFFFF"/>
                </a:solidFill>
                <a:latin typeface="Arial MT"/>
                <a:cs typeface="Arial MT"/>
              </a:rPr>
              <a:t>CLASS</a:t>
            </a:r>
            <a:r>
              <a:rPr sz="14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90" dirty="0">
                <a:solidFill>
                  <a:srgbClr val="FFFFFF"/>
                </a:solidFill>
                <a:latin typeface="Arial MT"/>
                <a:cs typeface="Arial MT"/>
              </a:rPr>
              <a:t>INHERIT</a:t>
            </a:r>
            <a:r>
              <a:rPr sz="14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1400" spc="-15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Arial MT"/>
                <a:cs typeface="Arial MT"/>
              </a:rPr>
              <a:t>ROOMS</a:t>
            </a:r>
            <a:r>
              <a:rPr sz="1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1400" spc="-175" dirty="0">
                <a:solidFill>
                  <a:srgbClr val="FFFFFF"/>
                </a:solidFill>
                <a:latin typeface="Arial MT"/>
                <a:cs typeface="Arial MT"/>
              </a:rPr>
              <a:t>ALLOT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6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Arial MT"/>
                <a:cs typeface="Arial MT"/>
              </a:rPr>
              <a:t>ROOM</a:t>
            </a:r>
            <a:r>
              <a:rPr sz="1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MEETING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03384" y="3757993"/>
            <a:ext cx="1754505" cy="18167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4445" algn="ctr">
              <a:lnSpc>
                <a:spcPct val="82000"/>
              </a:lnSpc>
              <a:spcBef>
                <a:spcPts val="430"/>
              </a:spcBef>
            </a:pPr>
            <a:r>
              <a:rPr sz="1400" b="1" spc="-180" dirty="0">
                <a:solidFill>
                  <a:srgbClr val="FFFFFF"/>
                </a:solidFill>
                <a:latin typeface="Arial"/>
                <a:cs typeface="Arial"/>
              </a:rPr>
              <a:t>“CLASS</a:t>
            </a:r>
            <a:r>
              <a:rPr sz="1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195" dirty="0">
                <a:solidFill>
                  <a:srgbClr val="FFFFFF"/>
                </a:solidFill>
                <a:latin typeface="Arial"/>
                <a:cs typeface="Arial"/>
              </a:rPr>
              <a:t>TEACHER</a:t>
            </a: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: </a:t>
            </a:r>
            <a:r>
              <a:rPr sz="1400" b="1" spc="-180" dirty="0">
                <a:solidFill>
                  <a:srgbClr val="FFFFFF"/>
                </a:solidFill>
                <a:latin typeface="Arial"/>
                <a:cs typeface="Arial"/>
              </a:rPr>
              <a:t>PUBLIC</a:t>
            </a:r>
            <a:r>
              <a:rPr sz="1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90" dirty="0">
                <a:solidFill>
                  <a:srgbClr val="FFFFFF"/>
                </a:solidFill>
                <a:latin typeface="Arial"/>
                <a:cs typeface="Arial"/>
              </a:rPr>
              <a:t>ROOM”</a:t>
            </a:r>
            <a:r>
              <a:rPr sz="14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110" dirty="0">
                <a:solidFill>
                  <a:srgbClr val="FFFFFF"/>
                </a:solidFill>
                <a:latin typeface="Arial"/>
                <a:cs typeface="Arial"/>
              </a:rPr>
              <a:t>~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95" dirty="0">
                <a:solidFill>
                  <a:srgbClr val="FFFFFF"/>
                </a:solidFill>
                <a:latin typeface="Arial MT"/>
                <a:cs typeface="Arial MT"/>
              </a:rPr>
              <a:t>THIS </a:t>
            </a:r>
            <a:r>
              <a:rPr sz="1400" spc="-200" dirty="0">
                <a:solidFill>
                  <a:srgbClr val="FFFFFF"/>
                </a:solidFill>
                <a:latin typeface="Arial MT"/>
                <a:cs typeface="Arial MT"/>
              </a:rPr>
              <a:t>CLASS</a:t>
            </a:r>
            <a:r>
              <a:rPr sz="14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95" dirty="0">
                <a:solidFill>
                  <a:srgbClr val="FFFFFF"/>
                </a:solidFill>
                <a:latin typeface="Arial MT"/>
                <a:cs typeface="Arial MT"/>
              </a:rPr>
              <a:t>DISPLAYS</a:t>
            </a:r>
            <a:r>
              <a:rPr sz="14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8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65" dirty="0">
                <a:solidFill>
                  <a:srgbClr val="FFFFFF"/>
                </a:solidFill>
                <a:latin typeface="Arial MT"/>
                <a:cs typeface="Arial MT"/>
              </a:rPr>
              <a:t>TEACHER</a:t>
            </a:r>
            <a:r>
              <a:rPr sz="1400" spc="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20" dirty="0">
                <a:solidFill>
                  <a:srgbClr val="FFFFFF"/>
                </a:solidFill>
                <a:latin typeface="Arial MT"/>
                <a:cs typeface="Arial MT"/>
              </a:rPr>
              <a:t>DETAILS</a:t>
            </a:r>
            <a:r>
              <a:rPr sz="14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30" dirty="0">
                <a:solidFill>
                  <a:srgbClr val="FFFFFF"/>
                </a:solidFill>
                <a:latin typeface="Arial MT"/>
                <a:cs typeface="Arial MT"/>
              </a:rPr>
              <a:t>SUCH </a:t>
            </a:r>
            <a:r>
              <a:rPr sz="1400" spc="-17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4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NAME, </a:t>
            </a:r>
            <a:r>
              <a:rPr sz="1400" spc="-170" dirty="0">
                <a:solidFill>
                  <a:srgbClr val="FFFFFF"/>
                </a:solidFill>
                <a:latin typeface="Arial MT"/>
                <a:cs typeface="Arial MT"/>
              </a:rPr>
              <a:t>DESCRIPTION,</a:t>
            </a:r>
            <a:r>
              <a:rPr sz="14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55" dirty="0">
                <a:solidFill>
                  <a:srgbClr val="FFFFFF"/>
                </a:solidFill>
                <a:latin typeface="Arial MT"/>
                <a:cs typeface="Arial MT"/>
              </a:rPr>
              <a:t>MEETING </a:t>
            </a:r>
            <a:r>
              <a:rPr sz="1400" spc="-175" dirty="0">
                <a:solidFill>
                  <a:srgbClr val="FFFFFF"/>
                </a:solidFill>
                <a:latin typeface="Arial MT"/>
                <a:cs typeface="Arial MT"/>
              </a:rPr>
              <a:t>TIME.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14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CLASS </a:t>
            </a:r>
            <a:r>
              <a:rPr sz="1400" spc="-180" dirty="0">
                <a:solidFill>
                  <a:srgbClr val="FFFFFF"/>
                </a:solidFill>
                <a:latin typeface="Arial MT"/>
                <a:cs typeface="Arial MT"/>
              </a:rPr>
              <a:t>INHERIT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85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FROM </a:t>
            </a:r>
            <a:r>
              <a:rPr sz="1400" spc="-100" dirty="0">
                <a:solidFill>
                  <a:srgbClr val="FFFFFF"/>
                </a:solidFill>
                <a:latin typeface="Arial MT"/>
                <a:cs typeface="Arial MT"/>
              </a:rPr>
              <a:t>ROOMS</a:t>
            </a:r>
            <a:r>
              <a:rPr sz="14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3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4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75" dirty="0">
                <a:solidFill>
                  <a:srgbClr val="FFFFFF"/>
                </a:solidFill>
                <a:latin typeface="Arial MT"/>
                <a:cs typeface="Arial MT"/>
              </a:rPr>
              <a:t>ALLOT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8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400" spc="-75" dirty="0">
                <a:solidFill>
                  <a:srgbClr val="FFFFFF"/>
                </a:solidFill>
                <a:latin typeface="Arial MT"/>
                <a:cs typeface="Arial MT"/>
              </a:rPr>
              <a:t> ROOM</a:t>
            </a:r>
            <a:r>
              <a:rPr sz="14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8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MEETING.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" y="0"/>
            <a:ext cx="1164431" cy="23717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552825"/>
            <a:ext cx="219075" cy="6572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4486275"/>
            <a:ext cx="1202690" cy="2371725"/>
            <a:chOff x="0" y="4486275"/>
            <a:chExt cx="1202690" cy="237172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6275"/>
              <a:ext cx="23812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075" y="4867275"/>
              <a:ext cx="983239" cy="199072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70691" y="0"/>
            <a:ext cx="535559" cy="6286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534775" y="5553075"/>
            <a:ext cx="504825" cy="12954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30025" y="9525"/>
            <a:ext cx="381000" cy="172402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39525" y="4867275"/>
              <a:ext cx="390525" cy="19812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9624" y="685736"/>
              <a:ext cx="10568051" cy="55579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3924" y="762000"/>
              <a:ext cx="10344150" cy="5334000"/>
            </a:xfrm>
            <a:custGeom>
              <a:avLst/>
              <a:gdLst/>
              <a:ahLst/>
              <a:cxnLst/>
              <a:rect l="l" t="t" r="r" b="b"/>
              <a:pathLst>
                <a:path w="10344150" h="5334000">
                  <a:moveTo>
                    <a:pt x="10344150" y="0"/>
                  </a:moveTo>
                  <a:lnTo>
                    <a:pt x="221208" y="0"/>
                  </a:lnTo>
                  <a:lnTo>
                    <a:pt x="176626" y="4495"/>
                  </a:lnTo>
                  <a:lnTo>
                    <a:pt x="135102" y="17387"/>
                  </a:lnTo>
                  <a:lnTo>
                    <a:pt x="97527" y="37785"/>
                  </a:lnTo>
                  <a:lnTo>
                    <a:pt x="64789" y="64801"/>
                  </a:lnTo>
                  <a:lnTo>
                    <a:pt x="37777" y="97544"/>
                  </a:lnTo>
                  <a:lnTo>
                    <a:pt x="17383" y="135124"/>
                  </a:lnTo>
                  <a:lnTo>
                    <a:pt x="4494" y="176650"/>
                  </a:lnTo>
                  <a:lnTo>
                    <a:pt x="0" y="221234"/>
                  </a:lnTo>
                  <a:lnTo>
                    <a:pt x="0" y="5334000"/>
                  </a:lnTo>
                  <a:lnTo>
                    <a:pt x="10122916" y="5334000"/>
                  </a:lnTo>
                  <a:lnTo>
                    <a:pt x="10167499" y="5329505"/>
                  </a:lnTo>
                  <a:lnTo>
                    <a:pt x="10209025" y="5316616"/>
                  </a:lnTo>
                  <a:lnTo>
                    <a:pt x="10246605" y="5296222"/>
                  </a:lnTo>
                  <a:lnTo>
                    <a:pt x="10279348" y="5269210"/>
                  </a:lnTo>
                  <a:lnTo>
                    <a:pt x="10306364" y="5236472"/>
                  </a:lnTo>
                  <a:lnTo>
                    <a:pt x="10326762" y="5198897"/>
                  </a:lnTo>
                  <a:lnTo>
                    <a:pt x="10339654" y="5157373"/>
                  </a:lnTo>
                  <a:lnTo>
                    <a:pt x="10344150" y="5112791"/>
                  </a:lnTo>
                  <a:lnTo>
                    <a:pt x="10344150" y="0"/>
                  </a:lnTo>
                  <a:close/>
                </a:path>
              </a:pathLst>
            </a:custGeom>
            <a:solidFill>
              <a:srgbClr val="0000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23924" y="762000"/>
              <a:ext cx="10344150" cy="5334000"/>
            </a:xfrm>
            <a:custGeom>
              <a:avLst/>
              <a:gdLst/>
              <a:ahLst/>
              <a:cxnLst/>
              <a:rect l="l" t="t" r="r" b="b"/>
              <a:pathLst>
                <a:path w="10344150" h="5334000">
                  <a:moveTo>
                    <a:pt x="221208" y="0"/>
                  </a:moveTo>
                  <a:lnTo>
                    <a:pt x="10344150" y="0"/>
                  </a:lnTo>
                  <a:lnTo>
                    <a:pt x="10344150" y="5112791"/>
                  </a:lnTo>
                  <a:lnTo>
                    <a:pt x="10339654" y="5157373"/>
                  </a:lnTo>
                  <a:lnTo>
                    <a:pt x="10326762" y="5198897"/>
                  </a:lnTo>
                  <a:lnTo>
                    <a:pt x="10306364" y="5236472"/>
                  </a:lnTo>
                  <a:lnTo>
                    <a:pt x="10279348" y="5269210"/>
                  </a:lnTo>
                  <a:lnTo>
                    <a:pt x="10246605" y="5296222"/>
                  </a:lnTo>
                  <a:lnTo>
                    <a:pt x="10209025" y="5316616"/>
                  </a:lnTo>
                  <a:lnTo>
                    <a:pt x="10167499" y="5329505"/>
                  </a:lnTo>
                  <a:lnTo>
                    <a:pt x="10122916" y="5334000"/>
                  </a:lnTo>
                  <a:lnTo>
                    <a:pt x="0" y="5334000"/>
                  </a:lnTo>
                  <a:lnTo>
                    <a:pt x="0" y="221234"/>
                  </a:lnTo>
                  <a:lnTo>
                    <a:pt x="4494" y="176650"/>
                  </a:lnTo>
                  <a:lnTo>
                    <a:pt x="17383" y="135124"/>
                  </a:lnTo>
                  <a:lnTo>
                    <a:pt x="37777" y="97544"/>
                  </a:lnTo>
                  <a:lnTo>
                    <a:pt x="64789" y="64801"/>
                  </a:lnTo>
                  <a:lnTo>
                    <a:pt x="97527" y="37785"/>
                  </a:lnTo>
                  <a:lnTo>
                    <a:pt x="135102" y="17387"/>
                  </a:lnTo>
                  <a:lnTo>
                    <a:pt x="176626" y="4495"/>
                  </a:lnTo>
                  <a:lnTo>
                    <a:pt x="221208" y="0"/>
                  </a:lnTo>
                  <a:close/>
                </a:path>
              </a:pathLst>
            </a:custGeom>
            <a:ln w="19050">
              <a:solidFill>
                <a:srgbClr val="82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01400" y="0"/>
              <a:ext cx="419100" cy="514350"/>
            </a:xfrm>
            <a:custGeom>
              <a:avLst/>
              <a:gdLst/>
              <a:ahLst/>
              <a:cxnLst/>
              <a:rect l="l" t="t" r="r" b="b"/>
              <a:pathLst>
                <a:path w="419100" h="514350">
                  <a:moveTo>
                    <a:pt x="395224" y="0"/>
                  </a:moveTo>
                  <a:lnTo>
                    <a:pt x="323469" y="171957"/>
                  </a:lnTo>
                  <a:lnTo>
                    <a:pt x="0" y="499999"/>
                  </a:lnTo>
                  <a:lnTo>
                    <a:pt x="19176" y="514350"/>
                  </a:lnTo>
                  <a:lnTo>
                    <a:pt x="347345" y="186308"/>
                  </a:lnTo>
                  <a:lnTo>
                    <a:pt x="419100" y="9525"/>
                  </a:lnTo>
                  <a:lnTo>
                    <a:pt x="395224" y="0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094021" y="476250"/>
              <a:ext cx="145478" cy="1524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53800" y="1543050"/>
              <a:ext cx="190500" cy="1905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1430000" y="9524"/>
              <a:ext cx="304800" cy="6838950"/>
            </a:xfrm>
            <a:custGeom>
              <a:avLst/>
              <a:gdLst/>
              <a:ahLst/>
              <a:cxnLst/>
              <a:rect l="l" t="t" r="r" b="b"/>
              <a:pathLst>
                <a:path w="304800" h="6838950">
                  <a:moveTo>
                    <a:pt x="304800" y="6331648"/>
                  </a:moveTo>
                  <a:lnTo>
                    <a:pt x="28321" y="5686425"/>
                  </a:lnTo>
                  <a:lnTo>
                    <a:pt x="9525" y="5695937"/>
                  </a:lnTo>
                  <a:lnTo>
                    <a:pt x="281178" y="6336411"/>
                  </a:lnTo>
                  <a:lnTo>
                    <a:pt x="281178" y="6838950"/>
                  </a:lnTo>
                  <a:lnTo>
                    <a:pt x="304800" y="6838950"/>
                  </a:lnTo>
                  <a:lnTo>
                    <a:pt x="304800" y="6331648"/>
                  </a:lnTo>
                  <a:close/>
                </a:path>
                <a:path w="304800" h="6838950">
                  <a:moveTo>
                    <a:pt x="304800" y="0"/>
                  </a:moveTo>
                  <a:lnTo>
                    <a:pt x="276225" y="0"/>
                  </a:lnTo>
                  <a:lnTo>
                    <a:pt x="276225" y="973709"/>
                  </a:lnTo>
                  <a:lnTo>
                    <a:pt x="0" y="1252855"/>
                  </a:lnTo>
                  <a:lnTo>
                    <a:pt x="0" y="1543050"/>
                  </a:lnTo>
                  <a:lnTo>
                    <a:pt x="23876" y="1543050"/>
                  </a:lnTo>
                  <a:lnTo>
                    <a:pt x="23876" y="1262380"/>
                  </a:lnTo>
                  <a:lnTo>
                    <a:pt x="304800" y="983234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334750" y="5553075"/>
              <a:ext cx="161925" cy="1524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439525" y="4867275"/>
              <a:ext cx="190500" cy="1905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52450" y="5048250"/>
              <a:ext cx="11277600" cy="1800225"/>
            </a:xfrm>
            <a:custGeom>
              <a:avLst/>
              <a:gdLst/>
              <a:ahLst/>
              <a:cxnLst/>
              <a:rect l="l" t="t" r="r" b="b"/>
              <a:pathLst>
                <a:path w="11277600" h="1800225">
                  <a:moveTo>
                    <a:pt x="419100" y="1300200"/>
                  </a:moveTo>
                  <a:lnTo>
                    <a:pt x="399973" y="1285875"/>
                  </a:lnTo>
                  <a:lnTo>
                    <a:pt x="71704" y="1613916"/>
                  </a:lnTo>
                  <a:lnTo>
                    <a:pt x="0" y="1790674"/>
                  </a:lnTo>
                  <a:lnTo>
                    <a:pt x="23901" y="1800225"/>
                  </a:lnTo>
                  <a:lnTo>
                    <a:pt x="95618" y="1628241"/>
                  </a:lnTo>
                  <a:lnTo>
                    <a:pt x="419100" y="1300200"/>
                  </a:lnTo>
                  <a:close/>
                </a:path>
                <a:path w="11277600" h="1800225">
                  <a:moveTo>
                    <a:pt x="10868025" y="1466850"/>
                  </a:moveTo>
                  <a:lnTo>
                    <a:pt x="10860507" y="1429867"/>
                  </a:lnTo>
                  <a:lnTo>
                    <a:pt x="10848975" y="1412798"/>
                  </a:lnTo>
                  <a:lnTo>
                    <a:pt x="10848975" y="1466850"/>
                  </a:lnTo>
                  <a:lnTo>
                    <a:pt x="10842422" y="1496847"/>
                  </a:lnTo>
                  <a:lnTo>
                    <a:pt x="10825163" y="1521028"/>
                  </a:lnTo>
                  <a:lnTo>
                    <a:pt x="10800753" y="1537182"/>
                  </a:lnTo>
                  <a:lnTo>
                    <a:pt x="10772775" y="1543050"/>
                  </a:lnTo>
                  <a:lnTo>
                    <a:pt x="10742803" y="1537182"/>
                  </a:lnTo>
                  <a:lnTo>
                    <a:pt x="10718622" y="1521028"/>
                  </a:lnTo>
                  <a:lnTo>
                    <a:pt x="10702455" y="1496847"/>
                  </a:lnTo>
                  <a:lnTo>
                    <a:pt x="10696575" y="1466850"/>
                  </a:lnTo>
                  <a:lnTo>
                    <a:pt x="10702455" y="1436865"/>
                  </a:lnTo>
                  <a:lnTo>
                    <a:pt x="10718622" y="1412684"/>
                  </a:lnTo>
                  <a:lnTo>
                    <a:pt x="10742803" y="1396530"/>
                  </a:lnTo>
                  <a:lnTo>
                    <a:pt x="10772775" y="1390650"/>
                  </a:lnTo>
                  <a:lnTo>
                    <a:pt x="10800753" y="1396530"/>
                  </a:lnTo>
                  <a:lnTo>
                    <a:pt x="10825163" y="1412684"/>
                  </a:lnTo>
                  <a:lnTo>
                    <a:pt x="10842422" y="1436865"/>
                  </a:lnTo>
                  <a:lnTo>
                    <a:pt x="10848975" y="1466850"/>
                  </a:lnTo>
                  <a:lnTo>
                    <a:pt x="10848975" y="1412798"/>
                  </a:lnTo>
                  <a:lnTo>
                    <a:pt x="10840060" y="1399590"/>
                  </a:lnTo>
                  <a:lnTo>
                    <a:pt x="10826852" y="1390650"/>
                  </a:lnTo>
                  <a:lnTo>
                    <a:pt x="10809783" y="1379118"/>
                  </a:lnTo>
                  <a:lnTo>
                    <a:pt x="10772775" y="1371600"/>
                  </a:lnTo>
                  <a:lnTo>
                    <a:pt x="10735818" y="1379118"/>
                  </a:lnTo>
                  <a:lnTo>
                    <a:pt x="10705529" y="1399590"/>
                  </a:lnTo>
                  <a:lnTo>
                    <a:pt x="10685043" y="1429867"/>
                  </a:lnTo>
                  <a:lnTo>
                    <a:pt x="10677525" y="1466850"/>
                  </a:lnTo>
                  <a:lnTo>
                    <a:pt x="10685043" y="1503845"/>
                  </a:lnTo>
                  <a:lnTo>
                    <a:pt x="10705516" y="1534121"/>
                  </a:lnTo>
                  <a:lnTo>
                    <a:pt x="10735805" y="1554594"/>
                  </a:lnTo>
                  <a:lnTo>
                    <a:pt x="10753725" y="1558239"/>
                  </a:lnTo>
                  <a:lnTo>
                    <a:pt x="10753725" y="1800225"/>
                  </a:lnTo>
                  <a:lnTo>
                    <a:pt x="10772775" y="1800225"/>
                  </a:lnTo>
                  <a:lnTo>
                    <a:pt x="10772775" y="1562100"/>
                  </a:lnTo>
                  <a:lnTo>
                    <a:pt x="10809783" y="1554594"/>
                  </a:lnTo>
                  <a:lnTo>
                    <a:pt x="10826852" y="1543050"/>
                  </a:lnTo>
                  <a:lnTo>
                    <a:pt x="10840060" y="1534121"/>
                  </a:lnTo>
                  <a:lnTo>
                    <a:pt x="10860507" y="1503845"/>
                  </a:lnTo>
                  <a:lnTo>
                    <a:pt x="10868025" y="1466850"/>
                  </a:lnTo>
                  <a:close/>
                </a:path>
                <a:path w="11277600" h="1800225">
                  <a:moveTo>
                    <a:pt x="11277600" y="561479"/>
                  </a:moveTo>
                  <a:lnTo>
                    <a:pt x="10992485" y="280797"/>
                  </a:lnTo>
                  <a:lnTo>
                    <a:pt x="10992485" y="0"/>
                  </a:lnTo>
                  <a:lnTo>
                    <a:pt x="10963275" y="0"/>
                  </a:lnTo>
                  <a:lnTo>
                    <a:pt x="10963275" y="290195"/>
                  </a:lnTo>
                  <a:lnTo>
                    <a:pt x="11248390" y="570992"/>
                  </a:lnTo>
                  <a:lnTo>
                    <a:pt x="11248390" y="1800225"/>
                  </a:lnTo>
                  <a:lnTo>
                    <a:pt x="11277600" y="1800225"/>
                  </a:lnTo>
                  <a:lnTo>
                    <a:pt x="11277600" y="561479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33449" y="6219825"/>
              <a:ext cx="154565" cy="1524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8174" y="5114925"/>
              <a:ext cx="190500" cy="19050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38150" y="0"/>
              <a:ext cx="323850" cy="6848475"/>
            </a:xfrm>
            <a:custGeom>
              <a:avLst/>
              <a:gdLst/>
              <a:ahLst/>
              <a:cxnLst/>
              <a:rect l="l" t="t" r="r" b="b"/>
              <a:pathLst>
                <a:path w="323850" h="6848475">
                  <a:moveTo>
                    <a:pt x="304800" y="5295900"/>
                  </a:moveTo>
                  <a:lnTo>
                    <a:pt x="280987" y="5295900"/>
                  </a:lnTo>
                  <a:lnTo>
                    <a:pt x="280987" y="5578348"/>
                  </a:lnTo>
                  <a:lnTo>
                    <a:pt x="0" y="5859170"/>
                  </a:lnTo>
                  <a:lnTo>
                    <a:pt x="0" y="6848475"/>
                  </a:lnTo>
                  <a:lnTo>
                    <a:pt x="28575" y="6848475"/>
                  </a:lnTo>
                  <a:lnTo>
                    <a:pt x="28575" y="5868746"/>
                  </a:lnTo>
                  <a:lnTo>
                    <a:pt x="304800" y="5587873"/>
                  </a:lnTo>
                  <a:lnTo>
                    <a:pt x="304800" y="5295900"/>
                  </a:lnTo>
                  <a:close/>
                </a:path>
                <a:path w="323850" h="6848475">
                  <a:moveTo>
                    <a:pt x="323850" y="1143000"/>
                  </a:moveTo>
                  <a:lnTo>
                    <a:pt x="52133" y="502539"/>
                  </a:lnTo>
                  <a:lnTo>
                    <a:pt x="52133" y="0"/>
                  </a:lnTo>
                  <a:lnTo>
                    <a:pt x="28575" y="0"/>
                  </a:lnTo>
                  <a:lnTo>
                    <a:pt x="28575" y="507238"/>
                  </a:lnTo>
                  <a:lnTo>
                    <a:pt x="305003" y="1152525"/>
                  </a:lnTo>
                  <a:lnTo>
                    <a:pt x="323850" y="1143000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4849" y="1143000"/>
              <a:ext cx="152400" cy="1524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1499" y="1790700"/>
              <a:ext cx="180975" cy="1905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71475" y="0"/>
              <a:ext cx="304800" cy="1800225"/>
            </a:xfrm>
            <a:custGeom>
              <a:avLst/>
              <a:gdLst/>
              <a:ahLst/>
              <a:cxnLst/>
              <a:rect l="l" t="t" r="r" b="b"/>
              <a:pathLst>
                <a:path w="304800" h="1800225">
                  <a:moveTo>
                    <a:pt x="28282" y="0"/>
                  </a:moveTo>
                  <a:lnTo>
                    <a:pt x="0" y="0"/>
                  </a:lnTo>
                  <a:lnTo>
                    <a:pt x="0" y="1238758"/>
                  </a:lnTo>
                  <a:lnTo>
                    <a:pt x="276517" y="1519427"/>
                  </a:lnTo>
                  <a:lnTo>
                    <a:pt x="276517" y="1800225"/>
                  </a:lnTo>
                  <a:lnTo>
                    <a:pt x="304800" y="1800225"/>
                  </a:lnTo>
                  <a:lnTo>
                    <a:pt x="304800" y="1510029"/>
                  </a:lnTo>
                  <a:lnTo>
                    <a:pt x="28282" y="1229233"/>
                  </a:lnTo>
                  <a:lnTo>
                    <a:pt x="28282" y="0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81049" y="247650"/>
              <a:ext cx="190500" cy="18097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66774" y="0"/>
              <a:ext cx="28575" cy="257175"/>
            </a:xfrm>
            <a:custGeom>
              <a:avLst/>
              <a:gdLst/>
              <a:ahLst/>
              <a:cxnLst/>
              <a:rect l="l" t="t" r="r" b="b"/>
              <a:pathLst>
                <a:path w="28575" h="257175">
                  <a:moveTo>
                    <a:pt x="28575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28575" y="257175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821" rIns="0" bIns="0" rtlCol="0">
            <a:spAutoFit/>
          </a:bodyPr>
          <a:lstStyle/>
          <a:p>
            <a:pPr marL="1215390">
              <a:lnSpc>
                <a:spcPct val="100000"/>
              </a:lnSpc>
              <a:spcBef>
                <a:spcPts val="105"/>
              </a:spcBef>
            </a:pPr>
            <a:r>
              <a:rPr spc="-610" dirty="0"/>
              <a:t>CLASSES</a:t>
            </a:r>
          </a:p>
        </p:txBody>
      </p:sp>
      <p:grpSp>
        <p:nvGrpSpPr>
          <p:cNvPr id="33" name="object 33"/>
          <p:cNvGrpSpPr/>
          <p:nvPr/>
        </p:nvGrpSpPr>
        <p:grpSpPr>
          <a:xfrm>
            <a:off x="3086100" y="2266950"/>
            <a:ext cx="6019800" cy="2057400"/>
            <a:chOff x="3086100" y="2266950"/>
            <a:chExt cx="6019800" cy="2057400"/>
          </a:xfrm>
        </p:grpSpPr>
        <p:sp>
          <p:nvSpPr>
            <p:cNvPr id="34" name="object 34"/>
            <p:cNvSpPr/>
            <p:nvPr/>
          </p:nvSpPr>
          <p:spPr>
            <a:xfrm>
              <a:off x="3086100" y="226695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1028700" y="0"/>
                  </a:moveTo>
                  <a:lnTo>
                    <a:pt x="980269" y="1119"/>
                  </a:lnTo>
                  <a:lnTo>
                    <a:pt x="932415" y="4445"/>
                  </a:lnTo>
                  <a:lnTo>
                    <a:pt x="885187" y="9927"/>
                  </a:lnTo>
                  <a:lnTo>
                    <a:pt x="838635" y="17517"/>
                  </a:lnTo>
                  <a:lnTo>
                    <a:pt x="792808" y="27165"/>
                  </a:lnTo>
                  <a:lnTo>
                    <a:pt x="747756" y="38821"/>
                  </a:lnTo>
                  <a:lnTo>
                    <a:pt x="703527" y="52437"/>
                  </a:lnTo>
                  <a:lnTo>
                    <a:pt x="660171" y="67963"/>
                  </a:lnTo>
                  <a:lnTo>
                    <a:pt x="617737" y="85349"/>
                  </a:lnTo>
                  <a:lnTo>
                    <a:pt x="576276" y="104547"/>
                  </a:lnTo>
                  <a:lnTo>
                    <a:pt x="535836" y="125506"/>
                  </a:lnTo>
                  <a:lnTo>
                    <a:pt x="496466" y="148178"/>
                  </a:lnTo>
                  <a:lnTo>
                    <a:pt x="458216" y="172512"/>
                  </a:lnTo>
                  <a:lnTo>
                    <a:pt x="421136" y="198461"/>
                  </a:lnTo>
                  <a:lnTo>
                    <a:pt x="385274" y="225974"/>
                  </a:lnTo>
                  <a:lnTo>
                    <a:pt x="350680" y="255001"/>
                  </a:lnTo>
                  <a:lnTo>
                    <a:pt x="317404" y="285494"/>
                  </a:lnTo>
                  <a:lnTo>
                    <a:pt x="285494" y="317404"/>
                  </a:lnTo>
                  <a:lnTo>
                    <a:pt x="255001" y="350680"/>
                  </a:lnTo>
                  <a:lnTo>
                    <a:pt x="225974" y="385274"/>
                  </a:lnTo>
                  <a:lnTo>
                    <a:pt x="198461" y="421136"/>
                  </a:lnTo>
                  <a:lnTo>
                    <a:pt x="172512" y="458216"/>
                  </a:lnTo>
                  <a:lnTo>
                    <a:pt x="148178" y="496466"/>
                  </a:lnTo>
                  <a:lnTo>
                    <a:pt x="125506" y="535836"/>
                  </a:lnTo>
                  <a:lnTo>
                    <a:pt x="104547" y="576276"/>
                  </a:lnTo>
                  <a:lnTo>
                    <a:pt x="85349" y="617737"/>
                  </a:lnTo>
                  <a:lnTo>
                    <a:pt x="67963" y="660171"/>
                  </a:lnTo>
                  <a:lnTo>
                    <a:pt x="52437" y="703527"/>
                  </a:lnTo>
                  <a:lnTo>
                    <a:pt x="38821" y="747756"/>
                  </a:lnTo>
                  <a:lnTo>
                    <a:pt x="27165" y="792808"/>
                  </a:lnTo>
                  <a:lnTo>
                    <a:pt x="17517" y="838635"/>
                  </a:lnTo>
                  <a:lnTo>
                    <a:pt x="9927" y="885187"/>
                  </a:lnTo>
                  <a:lnTo>
                    <a:pt x="4445" y="932415"/>
                  </a:lnTo>
                  <a:lnTo>
                    <a:pt x="1119" y="980269"/>
                  </a:lnTo>
                  <a:lnTo>
                    <a:pt x="0" y="1028700"/>
                  </a:lnTo>
                  <a:lnTo>
                    <a:pt x="1119" y="1077130"/>
                  </a:lnTo>
                  <a:lnTo>
                    <a:pt x="4445" y="1124984"/>
                  </a:lnTo>
                  <a:lnTo>
                    <a:pt x="9927" y="1172212"/>
                  </a:lnTo>
                  <a:lnTo>
                    <a:pt x="17517" y="1218764"/>
                  </a:lnTo>
                  <a:lnTo>
                    <a:pt x="27165" y="1264591"/>
                  </a:lnTo>
                  <a:lnTo>
                    <a:pt x="38821" y="1309643"/>
                  </a:lnTo>
                  <a:lnTo>
                    <a:pt x="52437" y="1353872"/>
                  </a:lnTo>
                  <a:lnTo>
                    <a:pt x="67963" y="1397228"/>
                  </a:lnTo>
                  <a:lnTo>
                    <a:pt x="85349" y="1439662"/>
                  </a:lnTo>
                  <a:lnTo>
                    <a:pt x="104547" y="1481123"/>
                  </a:lnTo>
                  <a:lnTo>
                    <a:pt x="125506" y="1521563"/>
                  </a:lnTo>
                  <a:lnTo>
                    <a:pt x="148178" y="1560933"/>
                  </a:lnTo>
                  <a:lnTo>
                    <a:pt x="172512" y="1599183"/>
                  </a:lnTo>
                  <a:lnTo>
                    <a:pt x="198461" y="1636263"/>
                  </a:lnTo>
                  <a:lnTo>
                    <a:pt x="225974" y="1672125"/>
                  </a:lnTo>
                  <a:lnTo>
                    <a:pt x="255001" y="1706719"/>
                  </a:lnTo>
                  <a:lnTo>
                    <a:pt x="285494" y="1739995"/>
                  </a:lnTo>
                  <a:lnTo>
                    <a:pt x="317404" y="1771905"/>
                  </a:lnTo>
                  <a:lnTo>
                    <a:pt x="350680" y="1802398"/>
                  </a:lnTo>
                  <a:lnTo>
                    <a:pt x="385274" y="1831425"/>
                  </a:lnTo>
                  <a:lnTo>
                    <a:pt x="421136" y="1858938"/>
                  </a:lnTo>
                  <a:lnTo>
                    <a:pt x="458216" y="1884887"/>
                  </a:lnTo>
                  <a:lnTo>
                    <a:pt x="496466" y="1909221"/>
                  </a:lnTo>
                  <a:lnTo>
                    <a:pt x="535836" y="1931893"/>
                  </a:lnTo>
                  <a:lnTo>
                    <a:pt x="576276" y="1952852"/>
                  </a:lnTo>
                  <a:lnTo>
                    <a:pt x="617737" y="1972050"/>
                  </a:lnTo>
                  <a:lnTo>
                    <a:pt x="660171" y="1989436"/>
                  </a:lnTo>
                  <a:lnTo>
                    <a:pt x="703527" y="2004962"/>
                  </a:lnTo>
                  <a:lnTo>
                    <a:pt x="747756" y="2018578"/>
                  </a:lnTo>
                  <a:lnTo>
                    <a:pt x="792808" y="2030234"/>
                  </a:lnTo>
                  <a:lnTo>
                    <a:pt x="838635" y="2039882"/>
                  </a:lnTo>
                  <a:lnTo>
                    <a:pt x="885187" y="2047472"/>
                  </a:lnTo>
                  <a:lnTo>
                    <a:pt x="932415" y="2052954"/>
                  </a:lnTo>
                  <a:lnTo>
                    <a:pt x="980269" y="2056280"/>
                  </a:lnTo>
                  <a:lnTo>
                    <a:pt x="1028700" y="2057400"/>
                  </a:lnTo>
                  <a:lnTo>
                    <a:pt x="1077130" y="2056280"/>
                  </a:lnTo>
                  <a:lnTo>
                    <a:pt x="1124984" y="2052954"/>
                  </a:lnTo>
                  <a:lnTo>
                    <a:pt x="1172212" y="2047472"/>
                  </a:lnTo>
                  <a:lnTo>
                    <a:pt x="1218764" y="2039882"/>
                  </a:lnTo>
                  <a:lnTo>
                    <a:pt x="1264591" y="2030234"/>
                  </a:lnTo>
                  <a:lnTo>
                    <a:pt x="1309643" y="2018578"/>
                  </a:lnTo>
                  <a:lnTo>
                    <a:pt x="1353872" y="2004962"/>
                  </a:lnTo>
                  <a:lnTo>
                    <a:pt x="1397228" y="1989436"/>
                  </a:lnTo>
                  <a:lnTo>
                    <a:pt x="1439662" y="1972050"/>
                  </a:lnTo>
                  <a:lnTo>
                    <a:pt x="1481123" y="1952852"/>
                  </a:lnTo>
                  <a:lnTo>
                    <a:pt x="1521563" y="1931893"/>
                  </a:lnTo>
                  <a:lnTo>
                    <a:pt x="1560933" y="1909221"/>
                  </a:lnTo>
                  <a:lnTo>
                    <a:pt x="1599183" y="1884887"/>
                  </a:lnTo>
                  <a:lnTo>
                    <a:pt x="1636263" y="1858938"/>
                  </a:lnTo>
                  <a:lnTo>
                    <a:pt x="1672125" y="1831425"/>
                  </a:lnTo>
                  <a:lnTo>
                    <a:pt x="1706719" y="1802398"/>
                  </a:lnTo>
                  <a:lnTo>
                    <a:pt x="1739995" y="1771905"/>
                  </a:lnTo>
                  <a:lnTo>
                    <a:pt x="1771905" y="1739995"/>
                  </a:lnTo>
                  <a:lnTo>
                    <a:pt x="1802398" y="1706719"/>
                  </a:lnTo>
                  <a:lnTo>
                    <a:pt x="1831425" y="1672125"/>
                  </a:lnTo>
                  <a:lnTo>
                    <a:pt x="1858938" y="1636263"/>
                  </a:lnTo>
                  <a:lnTo>
                    <a:pt x="1884887" y="1599183"/>
                  </a:lnTo>
                  <a:lnTo>
                    <a:pt x="1909221" y="1560933"/>
                  </a:lnTo>
                  <a:lnTo>
                    <a:pt x="1931893" y="1521563"/>
                  </a:lnTo>
                  <a:lnTo>
                    <a:pt x="1952852" y="1481123"/>
                  </a:lnTo>
                  <a:lnTo>
                    <a:pt x="1972050" y="1439662"/>
                  </a:lnTo>
                  <a:lnTo>
                    <a:pt x="1989436" y="1397228"/>
                  </a:lnTo>
                  <a:lnTo>
                    <a:pt x="2004962" y="1353872"/>
                  </a:lnTo>
                  <a:lnTo>
                    <a:pt x="2018578" y="1309643"/>
                  </a:lnTo>
                  <a:lnTo>
                    <a:pt x="2030234" y="1264591"/>
                  </a:lnTo>
                  <a:lnTo>
                    <a:pt x="2039882" y="1218764"/>
                  </a:lnTo>
                  <a:lnTo>
                    <a:pt x="2047472" y="1172212"/>
                  </a:lnTo>
                  <a:lnTo>
                    <a:pt x="2052954" y="1124984"/>
                  </a:lnTo>
                  <a:lnTo>
                    <a:pt x="2056280" y="1077130"/>
                  </a:lnTo>
                  <a:lnTo>
                    <a:pt x="2057400" y="1028700"/>
                  </a:lnTo>
                  <a:lnTo>
                    <a:pt x="2056280" y="980269"/>
                  </a:lnTo>
                  <a:lnTo>
                    <a:pt x="2052954" y="932415"/>
                  </a:lnTo>
                  <a:lnTo>
                    <a:pt x="2047472" y="885187"/>
                  </a:lnTo>
                  <a:lnTo>
                    <a:pt x="2039882" y="838635"/>
                  </a:lnTo>
                  <a:lnTo>
                    <a:pt x="2030234" y="792808"/>
                  </a:lnTo>
                  <a:lnTo>
                    <a:pt x="2018578" y="747756"/>
                  </a:lnTo>
                  <a:lnTo>
                    <a:pt x="2004962" y="703527"/>
                  </a:lnTo>
                  <a:lnTo>
                    <a:pt x="1989436" y="660171"/>
                  </a:lnTo>
                  <a:lnTo>
                    <a:pt x="1972050" y="617737"/>
                  </a:lnTo>
                  <a:lnTo>
                    <a:pt x="1952852" y="576276"/>
                  </a:lnTo>
                  <a:lnTo>
                    <a:pt x="1931893" y="535836"/>
                  </a:lnTo>
                  <a:lnTo>
                    <a:pt x="1909221" y="496466"/>
                  </a:lnTo>
                  <a:lnTo>
                    <a:pt x="1884887" y="458216"/>
                  </a:lnTo>
                  <a:lnTo>
                    <a:pt x="1858938" y="421136"/>
                  </a:lnTo>
                  <a:lnTo>
                    <a:pt x="1831425" y="385274"/>
                  </a:lnTo>
                  <a:lnTo>
                    <a:pt x="1802398" y="350680"/>
                  </a:lnTo>
                  <a:lnTo>
                    <a:pt x="1771905" y="317404"/>
                  </a:lnTo>
                  <a:lnTo>
                    <a:pt x="1739995" y="285494"/>
                  </a:lnTo>
                  <a:lnTo>
                    <a:pt x="1706719" y="255001"/>
                  </a:lnTo>
                  <a:lnTo>
                    <a:pt x="1672125" y="225974"/>
                  </a:lnTo>
                  <a:lnTo>
                    <a:pt x="1636263" y="198461"/>
                  </a:lnTo>
                  <a:lnTo>
                    <a:pt x="1599183" y="172512"/>
                  </a:lnTo>
                  <a:lnTo>
                    <a:pt x="1560933" y="148178"/>
                  </a:lnTo>
                  <a:lnTo>
                    <a:pt x="1521563" y="125506"/>
                  </a:lnTo>
                  <a:lnTo>
                    <a:pt x="1481123" y="104547"/>
                  </a:lnTo>
                  <a:lnTo>
                    <a:pt x="1439662" y="85349"/>
                  </a:lnTo>
                  <a:lnTo>
                    <a:pt x="1397228" y="67963"/>
                  </a:lnTo>
                  <a:lnTo>
                    <a:pt x="1353872" y="52437"/>
                  </a:lnTo>
                  <a:lnTo>
                    <a:pt x="1309643" y="38821"/>
                  </a:lnTo>
                  <a:lnTo>
                    <a:pt x="1264591" y="27165"/>
                  </a:lnTo>
                  <a:lnTo>
                    <a:pt x="1218764" y="17517"/>
                  </a:lnTo>
                  <a:lnTo>
                    <a:pt x="1172212" y="9927"/>
                  </a:lnTo>
                  <a:lnTo>
                    <a:pt x="1124984" y="4445"/>
                  </a:lnTo>
                  <a:lnTo>
                    <a:pt x="1077130" y="1119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D258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74191" y="2808908"/>
              <a:ext cx="681990" cy="974090"/>
            </a:xfrm>
            <a:custGeom>
              <a:avLst/>
              <a:gdLst/>
              <a:ahLst/>
              <a:cxnLst/>
              <a:rect l="l" t="t" r="r" b="b"/>
              <a:pathLst>
                <a:path w="681989" h="974089">
                  <a:moveTo>
                    <a:pt x="340896" y="0"/>
                  </a:moveTo>
                  <a:lnTo>
                    <a:pt x="294932" y="4118"/>
                  </a:lnTo>
                  <a:lnTo>
                    <a:pt x="251673" y="15991"/>
                  </a:lnTo>
                  <a:lnTo>
                    <a:pt x="211842" y="34899"/>
                  </a:lnTo>
                  <a:lnTo>
                    <a:pt x="176159" y="60119"/>
                  </a:lnTo>
                  <a:lnTo>
                    <a:pt x="145346" y="90931"/>
                  </a:lnTo>
                  <a:lnTo>
                    <a:pt x="120125" y="126612"/>
                  </a:lnTo>
                  <a:lnTo>
                    <a:pt x="101216" y="166441"/>
                  </a:lnTo>
                  <a:lnTo>
                    <a:pt x="89342" y="209697"/>
                  </a:lnTo>
                  <a:lnTo>
                    <a:pt x="85224" y="255659"/>
                  </a:lnTo>
                  <a:lnTo>
                    <a:pt x="85224" y="480883"/>
                  </a:lnTo>
                  <a:lnTo>
                    <a:pt x="0" y="486970"/>
                  </a:lnTo>
                  <a:lnTo>
                    <a:pt x="0" y="949593"/>
                  </a:lnTo>
                  <a:lnTo>
                    <a:pt x="340896" y="973942"/>
                  </a:lnTo>
                  <a:lnTo>
                    <a:pt x="681792" y="949593"/>
                  </a:lnTo>
                  <a:lnTo>
                    <a:pt x="681792" y="852198"/>
                  </a:lnTo>
                  <a:lnTo>
                    <a:pt x="316546" y="852197"/>
                  </a:lnTo>
                  <a:lnTo>
                    <a:pt x="316546" y="787674"/>
                  </a:lnTo>
                  <a:lnTo>
                    <a:pt x="297124" y="777345"/>
                  </a:lnTo>
                  <a:lnTo>
                    <a:pt x="281696" y="761651"/>
                  </a:lnTo>
                  <a:lnTo>
                    <a:pt x="271518" y="741621"/>
                  </a:lnTo>
                  <a:lnTo>
                    <a:pt x="267847" y="718281"/>
                  </a:lnTo>
                  <a:lnTo>
                    <a:pt x="273611" y="689918"/>
                  </a:lnTo>
                  <a:lnTo>
                    <a:pt x="289305" y="666692"/>
                  </a:lnTo>
                  <a:lnTo>
                    <a:pt x="312532" y="650999"/>
                  </a:lnTo>
                  <a:lnTo>
                    <a:pt x="340896" y="645235"/>
                  </a:lnTo>
                  <a:lnTo>
                    <a:pt x="681792" y="645235"/>
                  </a:lnTo>
                  <a:lnTo>
                    <a:pt x="681792" y="486970"/>
                  </a:lnTo>
                  <a:lnTo>
                    <a:pt x="528389" y="476013"/>
                  </a:lnTo>
                  <a:lnTo>
                    <a:pt x="158273" y="476013"/>
                  </a:lnTo>
                  <a:lnTo>
                    <a:pt x="158273" y="255659"/>
                  </a:lnTo>
                  <a:lnTo>
                    <a:pt x="164783" y="207046"/>
                  </a:lnTo>
                  <a:lnTo>
                    <a:pt x="183164" y="163405"/>
                  </a:lnTo>
                  <a:lnTo>
                    <a:pt x="211690" y="126460"/>
                  </a:lnTo>
                  <a:lnTo>
                    <a:pt x="248637" y="97935"/>
                  </a:lnTo>
                  <a:lnTo>
                    <a:pt x="292281" y="79555"/>
                  </a:lnTo>
                  <a:lnTo>
                    <a:pt x="340896" y="73045"/>
                  </a:lnTo>
                  <a:lnTo>
                    <a:pt x="518559" y="73045"/>
                  </a:lnTo>
                  <a:lnTo>
                    <a:pt x="505632" y="60119"/>
                  </a:lnTo>
                  <a:lnTo>
                    <a:pt x="469949" y="34899"/>
                  </a:lnTo>
                  <a:lnTo>
                    <a:pt x="430118" y="15991"/>
                  </a:lnTo>
                  <a:lnTo>
                    <a:pt x="386860" y="4118"/>
                  </a:lnTo>
                  <a:lnTo>
                    <a:pt x="340896" y="0"/>
                  </a:lnTo>
                  <a:close/>
                </a:path>
                <a:path w="681989" h="974089">
                  <a:moveTo>
                    <a:pt x="681792" y="645235"/>
                  </a:moveTo>
                  <a:lnTo>
                    <a:pt x="340896" y="645235"/>
                  </a:lnTo>
                  <a:lnTo>
                    <a:pt x="369260" y="650999"/>
                  </a:lnTo>
                  <a:lnTo>
                    <a:pt x="392487" y="666692"/>
                  </a:lnTo>
                  <a:lnTo>
                    <a:pt x="408181" y="689918"/>
                  </a:lnTo>
                  <a:lnTo>
                    <a:pt x="413945" y="718281"/>
                  </a:lnTo>
                  <a:lnTo>
                    <a:pt x="410274" y="740936"/>
                  </a:lnTo>
                  <a:lnTo>
                    <a:pt x="400096" y="760738"/>
                  </a:lnTo>
                  <a:lnTo>
                    <a:pt x="384668" y="776660"/>
                  </a:lnTo>
                  <a:lnTo>
                    <a:pt x="365246" y="787674"/>
                  </a:lnTo>
                  <a:lnTo>
                    <a:pt x="365246" y="852197"/>
                  </a:lnTo>
                  <a:lnTo>
                    <a:pt x="681792" y="852198"/>
                  </a:lnTo>
                  <a:lnTo>
                    <a:pt x="681792" y="645235"/>
                  </a:lnTo>
                  <a:close/>
                </a:path>
                <a:path w="681989" h="974089">
                  <a:moveTo>
                    <a:pt x="340896" y="462621"/>
                  </a:moveTo>
                  <a:lnTo>
                    <a:pt x="158273" y="476013"/>
                  </a:lnTo>
                  <a:lnTo>
                    <a:pt x="528389" y="476013"/>
                  </a:lnTo>
                  <a:lnTo>
                    <a:pt x="340896" y="462621"/>
                  </a:lnTo>
                  <a:close/>
                </a:path>
                <a:path w="681989" h="974089">
                  <a:moveTo>
                    <a:pt x="518559" y="73045"/>
                  </a:moveTo>
                  <a:lnTo>
                    <a:pt x="340896" y="73045"/>
                  </a:lnTo>
                  <a:lnTo>
                    <a:pt x="389511" y="79555"/>
                  </a:lnTo>
                  <a:lnTo>
                    <a:pt x="433154" y="97935"/>
                  </a:lnTo>
                  <a:lnTo>
                    <a:pt x="470102" y="126460"/>
                  </a:lnTo>
                  <a:lnTo>
                    <a:pt x="498628" y="163405"/>
                  </a:lnTo>
                  <a:lnTo>
                    <a:pt x="517009" y="207046"/>
                  </a:lnTo>
                  <a:lnTo>
                    <a:pt x="523519" y="255659"/>
                  </a:lnTo>
                  <a:lnTo>
                    <a:pt x="523519" y="328704"/>
                  </a:lnTo>
                  <a:lnTo>
                    <a:pt x="596568" y="328704"/>
                  </a:lnTo>
                  <a:lnTo>
                    <a:pt x="596568" y="255659"/>
                  </a:lnTo>
                  <a:lnTo>
                    <a:pt x="592450" y="209697"/>
                  </a:lnTo>
                  <a:lnTo>
                    <a:pt x="580575" y="166441"/>
                  </a:lnTo>
                  <a:lnTo>
                    <a:pt x="561667" y="126612"/>
                  </a:lnTo>
                  <a:lnTo>
                    <a:pt x="536445" y="90931"/>
                  </a:lnTo>
                  <a:lnTo>
                    <a:pt x="518559" y="730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48500" y="2266950"/>
              <a:ext cx="2057400" cy="2057400"/>
            </a:xfrm>
            <a:custGeom>
              <a:avLst/>
              <a:gdLst/>
              <a:ahLst/>
              <a:cxnLst/>
              <a:rect l="l" t="t" r="r" b="b"/>
              <a:pathLst>
                <a:path w="2057400" h="2057400">
                  <a:moveTo>
                    <a:pt x="1028700" y="0"/>
                  </a:moveTo>
                  <a:lnTo>
                    <a:pt x="980269" y="1119"/>
                  </a:lnTo>
                  <a:lnTo>
                    <a:pt x="932415" y="4445"/>
                  </a:lnTo>
                  <a:lnTo>
                    <a:pt x="885187" y="9927"/>
                  </a:lnTo>
                  <a:lnTo>
                    <a:pt x="838635" y="17517"/>
                  </a:lnTo>
                  <a:lnTo>
                    <a:pt x="792808" y="27165"/>
                  </a:lnTo>
                  <a:lnTo>
                    <a:pt x="747756" y="38821"/>
                  </a:lnTo>
                  <a:lnTo>
                    <a:pt x="703527" y="52437"/>
                  </a:lnTo>
                  <a:lnTo>
                    <a:pt x="660171" y="67963"/>
                  </a:lnTo>
                  <a:lnTo>
                    <a:pt x="617737" y="85349"/>
                  </a:lnTo>
                  <a:lnTo>
                    <a:pt x="576276" y="104547"/>
                  </a:lnTo>
                  <a:lnTo>
                    <a:pt x="535836" y="125506"/>
                  </a:lnTo>
                  <a:lnTo>
                    <a:pt x="496466" y="148178"/>
                  </a:lnTo>
                  <a:lnTo>
                    <a:pt x="458216" y="172512"/>
                  </a:lnTo>
                  <a:lnTo>
                    <a:pt x="421136" y="198461"/>
                  </a:lnTo>
                  <a:lnTo>
                    <a:pt x="385274" y="225974"/>
                  </a:lnTo>
                  <a:lnTo>
                    <a:pt x="350680" y="255001"/>
                  </a:lnTo>
                  <a:lnTo>
                    <a:pt x="317404" y="285494"/>
                  </a:lnTo>
                  <a:lnTo>
                    <a:pt x="285494" y="317404"/>
                  </a:lnTo>
                  <a:lnTo>
                    <a:pt x="255001" y="350680"/>
                  </a:lnTo>
                  <a:lnTo>
                    <a:pt x="225974" y="385274"/>
                  </a:lnTo>
                  <a:lnTo>
                    <a:pt x="198461" y="421136"/>
                  </a:lnTo>
                  <a:lnTo>
                    <a:pt x="172512" y="458216"/>
                  </a:lnTo>
                  <a:lnTo>
                    <a:pt x="148178" y="496466"/>
                  </a:lnTo>
                  <a:lnTo>
                    <a:pt x="125506" y="535836"/>
                  </a:lnTo>
                  <a:lnTo>
                    <a:pt x="104547" y="576276"/>
                  </a:lnTo>
                  <a:lnTo>
                    <a:pt x="85349" y="617737"/>
                  </a:lnTo>
                  <a:lnTo>
                    <a:pt x="67963" y="660171"/>
                  </a:lnTo>
                  <a:lnTo>
                    <a:pt x="52437" y="703527"/>
                  </a:lnTo>
                  <a:lnTo>
                    <a:pt x="38821" y="747756"/>
                  </a:lnTo>
                  <a:lnTo>
                    <a:pt x="27165" y="792808"/>
                  </a:lnTo>
                  <a:lnTo>
                    <a:pt x="17517" y="838635"/>
                  </a:lnTo>
                  <a:lnTo>
                    <a:pt x="9927" y="885187"/>
                  </a:lnTo>
                  <a:lnTo>
                    <a:pt x="4445" y="932415"/>
                  </a:lnTo>
                  <a:lnTo>
                    <a:pt x="1119" y="980269"/>
                  </a:lnTo>
                  <a:lnTo>
                    <a:pt x="0" y="1028700"/>
                  </a:lnTo>
                  <a:lnTo>
                    <a:pt x="1119" y="1077130"/>
                  </a:lnTo>
                  <a:lnTo>
                    <a:pt x="4445" y="1124984"/>
                  </a:lnTo>
                  <a:lnTo>
                    <a:pt x="9927" y="1172212"/>
                  </a:lnTo>
                  <a:lnTo>
                    <a:pt x="17517" y="1218764"/>
                  </a:lnTo>
                  <a:lnTo>
                    <a:pt x="27165" y="1264591"/>
                  </a:lnTo>
                  <a:lnTo>
                    <a:pt x="38821" y="1309643"/>
                  </a:lnTo>
                  <a:lnTo>
                    <a:pt x="52437" y="1353872"/>
                  </a:lnTo>
                  <a:lnTo>
                    <a:pt x="67963" y="1397228"/>
                  </a:lnTo>
                  <a:lnTo>
                    <a:pt x="85349" y="1439662"/>
                  </a:lnTo>
                  <a:lnTo>
                    <a:pt x="104547" y="1481123"/>
                  </a:lnTo>
                  <a:lnTo>
                    <a:pt x="125506" y="1521563"/>
                  </a:lnTo>
                  <a:lnTo>
                    <a:pt x="148178" y="1560933"/>
                  </a:lnTo>
                  <a:lnTo>
                    <a:pt x="172512" y="1599183"/>
                  </a:lnTo>
                  <a:lnTo>
                    <a:pt x="198461" y="1636263"/>
                  </a:lnTo>
                  <a:lnTo>
                    <a:pt x="225974" y="1672125"/>
                  </a:lnTo>
                  <a:lnTo>
                    <a:pt x="255001" y="1706719"/>
                  </a:lnTo>
                  <a:lnTo>
                    <a:pt x="285494" y="1739995"/>
                  </a:lnTo>
                  <a:lnTo>
                    <a:pt x="317404" y="1771905"/>
                  </a:lnTo>
                  <a:lnTo>
                    <a:pt x="350680" y="1802398"/>
                  </a:lnTo>
                  <a:lnTo>
                    <a:pt x="385274" y="1831425"/>
                  </a:lnTo>
                  <a:lnTo>
                    <a:pt x="421136" y="1858938"/>
                  </a:lnTo>
                  <a:lnTo>
                    <a:pt x="458216" y="1884887"/>
                  </a:lnTo>
                  <a:lnTo>
                    <a:pt x="496466" y="1909221"/>
                  </a:lnTo>
                  <a:lnTo>
                    <a:pt x="535836" y="1931893"/>
                  </a:lnTo>
                  <a:lnTo>
                    <a:pt x="576276" y="1952852"/>
                  </a:lnTo>
                  <a:lnTo>
                    <a:pt x="617737" y="1972050"/>
                  </a:lnTo>
                  <a:lnTo>
                    <a:pt x="660171" y="1989436"/>
                  </a:lnTo>
                  <a:lnTo>
                    <a:pt x="703527" y="2004962"/>
                  </a:lnTo>
                  <a:lnTo>
                    <a:pt x="747756" y="2018578"/>
                  </a:lnTo>
                  <a:lnTo>
                    <a:pt x="792808" y="2030234"/>
                  </a:lnTo>
                  <a:lnTo>
                    <a:pt x="838635" y="2039882"/>
                  </a:lnTo>
                  <a:lnTo>
                    <a:pt x="885187" y="2047472"/>
                  </a:lnTo>
                  <a:lnTo>
                    <a:pt x="932415" y="2052954"/>
                  </a:lnTo>
                  <a:lnTo>
                    <a:pt x="980269" y="2056280"/>
                  </a:lnTo>
                  <a:lnTo>
                    <a:pt x="1028700" y="2057400"/>
                  </a:lnTo>
                  <a:lnTo>
                    <a:pt x="1077130" y="2056280"/>
                  </a:lnTo>
                  <a:lnTo>
                    <a:pt x="1124984" y="2052954"/>
                  </a:lnTo>
                  <a:lnTo>
                    <a:pt x="1172212" y="2047472"/>
                  </a:lnTo>
                  <a:lnTo>
                    <a:pt x="1218764" y="2039882"/>
                  </a:lnTo>
                  <a:lnTo>
                    <a:pt x="1264591" y="2030234"/>
                  </a:lnTo>
                  <a:lnTo>
                    <a:pt x="1309643" y="2018578"/>
                  </a:lnTo>
                  <a:lnTo>
                    <a:pt x="1353872" y="2004962"/>
                  </a:lnTo>
                  <a:lnTo>
                    <a:pt x="1397228" y="1989436"/>
                  </a:lnTo>
                  <a:lnTo>
                    <a:pt x="1439662" y="1972050"/>
                  </a:lnTo>
                  <a:lnTo>
                    <a:pt x="1481123" y="1952852"/>
                  </a:lnTo>
                  <a:lnTo>
                    <a:pt x="1521563" y="1931893"/>
                  </a:lnTo>
                  <a:lnTo>
                    <a:pt x="1560933" y="1909221"/>
                  </a:lnTo>
                  <a:lnTo>
                    <a:pt x="1599183" y="1884887"/>
                  </a:lnTo>
                  <a:lnTo>
                    <a:pt x="1636263" y="1858938"/>
                  </a:lnTo>
                  <a:lnTo>
                    <a:pt x="1672125" y="1831425"/>
                  </a:lnTo>
                  <a:lnTo>
                    <a:pt x="1706719" y="1802398"/>
                  </a:lnTo>
                  <a:lnTo>
                    <a:pt x="1739995" y="1771905"/>
                  </a:lnTo>
                  <a:lnTo>
                    <a:pt x="1771905" y="1739995"/>
                  </a:lnTo>
                  <a:lnTo>
                    <a:pt x="1802398" y="1706719"/>
                  </a:lnTo>
                  <a:lnTo>
                    <a:pt x="1831425" y="1672125"/>
                  </a:lnTo>
                  <a:lnTo>
                    <a:pt x="1858938" y="1636263"/>
                  </a:lnTo>
                  <a:lnTo>
                    <a:pt x="1884887" y="1599183"/>
                  </a:lnTo>
                  <a:lnTo>
                    <a:pt x="1909221" y="1560933"/>
                  </a:lnTo>
                  <a:lnTo>
                    <a:pt x="1931893" y="1521563"/>
                  </a:lnTo>
                  <a:lnTo>
                    <a:pt x="1952852" y="1481123"/>
                  </a:lnTo>
                  <a:lnTo>
                    <a:pt x="1972050" y="1439662"/>
                  </a:lnTo>
                  <a:lnTo>
                    <a:pt x="1989436" y="1397228"/>
                  </a:lnTo>
                  <a:lnTo>
                    <a:pt x="2004962" y="1353872"/>
                  </a:lnTo>
                  <a:lnTo>
                    <a:pt x="2018578" y="1309643"/>
                  </a:lnTo>
                  <a:lnTo>
                    <a:pt x="2030234" y="1264591"/>
                  </a:lnTo>
                  <a:lnTo>
                    <a:pt x="2039882" y="1218764"/>
                  </a:lnTo>
                  <a:lnTo>
                    <a:pt x="2047472" y="1172212"/>
                  </a:lnTo>
                  <a:lnTo>
                    <a:pt x="2052954" y="1124984"/>
                  </a:lnTo>
                  <a:lnTo>
                    <a:pt x="2056280" y="1077130"/>
                  </a:lnTo>
                  <a:lnTo>
                    <a:pt x="2057400" y="1028700"/>
                  </a:lnTo>
                  <a:lnTo>
                    <a:pt x="2056280" y="980269"/>
                  </a:lnTo>
                  <a:lnTo>
                    <a:pt x="2052954" y="932415"/>
                  </a:lnTo>
                  <a:lnTo>
                    <a:pt x="2047472" y="885187"/>
                  </a:lnTo>
                  <a:lnTo>
                    <a:pt x="2039882" y="838635"/>
                  </a:lnTo>
                  <a:lnTo>
                    <a:pt x="2030234" y="792808"/>
                  </a:lnTo>
                  <a:lnTo>
                    <a:pt x="2018578" y="747756"/>
                  </a:lnTo>
                  <a:lnTo>
                    <a:pt x="2004962" y="703527"/>
                  </a:lnTo>
                  <a:lnTo>
                    <a:pt x="1989436" y="660171"/>
                  </a:lnTo>
                  <a:lnTo>
                    <a:pt x="1972050" y="617737"/>
                  </a:lnTo>
                  <a:lnTo>
                    <a:pt x="1952852" y="576276"/>
                  </a:lnTo>
                  <a:lnTo>
                    <a:pt x="1931893" y="535836"/>
                  </a:lnTo>
                  <a:lnTo>
                    <a:pt x="1909221" y="496466"/>
                  </a:lnTo>
                  <a:lnTo>
                    <a:pt x="1884887" y="458216"/>
                  </a:lnTo>
                  <a:lnTo>
                    <a:pt x="1858938" y="421136"/>
                  </a:lnTo>
                  <a:lnTo>
                    <a:pt x="1831425" y="385274"/>
                  </a:lnTo>
                  <a:lnTo>
                    <a:pt x="1802398" y="350680"/>
                  </a:lnTo>
                  <a:lnTo>
                    <a:pt x="1771905" y="317404"/>
                  </a:lnTo>
                  <a:lnTo>
                    <a:pt x="1739995" y="285494"/>
                  </a:lnTo>
                  <a:lnTo>
                    <a:pt x="1706719" y="255001"/>
                  </a:lnTo>
                  <a:lnTo>
                    <a:pt x="1672125" y="225974"/>
                  </a:lnTo>
                  <a:lnTo>
                    <a:pt x="1636263" y="198461"/>
                  </a:lnTo>
                  <a:lnTo>
                    <a:pt x="1599183" y="172512"/>
                  </a:lnTo>
                  <a:lnTo>
                    <a:pt x="1560933" y="148178"/>
                  </a:lnTo>
                  <a:lnTo>
                    <a:pt x="1521563" y="125506"/>
                  </a:lnTo>
                  <a:lnTo>
                    <a:pt x="1481123" y="104547"/>
                  </a:lnTo>
                  <a:lnTo>
                    <a:pt x="1439662" y="85349"/>
                  </a:lnTo>
                  <a:lnTo>
                    <a:pt x="1397228" y="67963"/>
                  </a:lnTo>
                  <a:lnTo>
                    <a:pt x="1353872" y="52437"/>
                  </a:lnTo>
                  <a:lnTo>
                    <a:pt x="1309643" y="38821"/>
                  </a:lnTo>
                  <a:lnTo>
                    <a:pt x="1264591" y="27165"/>
                  </a:lnTo>
                  <a:lnTo>
                    <a:pt x="1218764" y="17517"/>
                  </a:lnTo>
                  <a:lnTo>
                    <a:pt x="1172212" y="9927"/>
                  </a:lnTo>
                  <a:lnTo>
                    <a:pt x="1124984" y="4445"/>
                  </a:lnTo>
                  <a:lnTo>
                    <a:pt x="1077130" y="1119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14831" y="3034144"/>
              <a:ext cx="925830" cy="688340"/>
            </a:xfrm>
            <a:custGeom>
              <a:avLst/>
              <a:gdLst/>
              <a:ahLst/>
              <a:cxnLst/>
              <a:rect l="l" t="t" r="r" b="b"/>
              <a:pathLst>
                <a:path w="925829" h="688339">
                  <a:moveTo>
                    <a:pt x="340906" y="480872"/>
                  </a:moveTo>
                  <a:lnTo>
                    <a:pt x="338035" y="466661"/>
                  </a:lnTo>
                  <a:lnTo>
                    <a:pt x="330200" y="455053"/>
                  </a:lnTo>
                  <a:lnTo>
                    <a:pt x="318592" y="447217"/>
                  </a:lnTo>
                  <a:lnTo>
                    <a:pt x="304380" y="444360"/>
                  </a:lnTo>
                  <a:lnTo>
                    <a:pt x="73050" y="444360"/>
                  </a:lnTo>
                  <a:lnTo>
                    <a:pt x="73050" y="115646"/>
                  </a:lnTo>
                  <a:lnTo>
                    <a:pt x="70180" y="101434"/>
                  </a:lnTo>
                  <a:lnTo>
                    <a:pt x="62357" y="89827"/>
                  </a:lnTo>
                  <a:lnTo>
                    <a:pt x="50736" y="81991"/>
                  </a:lnTo>
                  <a:lnTo>
                    <a:pt x="36525" y="79121"/>
                  </a:lnTo>
                  <a:lnTo>
                    <a:pt x="22313" y="81991"/>
                  </a:lnTo>
                  <a:lnTo>
                    <a:pt x="10706" y="89827"/>
                  </a:lnTo>
                  <a:lnTo>
                    <a:pt x="2870" y="101434"/>
                  </a:lnTo>
                  <a:lnTo>
                    <a:pt x="0" y="115646"/>
                  </a:lnTo>
                  <a:lnTo>
                    <a:pt x="0" y="480872"/>
                  </a:lnTo>
                  <a:lnTo>
                    <a:pt x="2870" y="495096"/>
                  </a:lnTo>
                  <a:lnTo>
                    <a:pt x="10706" y="506704"/>
                  </a:lnTo>
                  <a:lnTo>
                    <a:pt x="22313" y="514527"/>
                  </a:lnTo>
                  <a:lnTo>
                    <a:pt x="36525" y="517398"/>
                  </a:lnTo>
                  <a:lnTo>
                    <a:pt x="133934" y="517398"/>
                  </a:lnTo>
                  <a:lnTo>
                    <a:pt x="133934" y="614794"/>
                  </a:lnTo>
                  <a:lnTo>
                    <a:pt x="60883" y="614794"/>
                  </a:lnTo>
                  <a:lnTo>
                    <a:pt x="60883" y="687844"/>
                  </a:lnTo>
                  <a:lnTo>
                    <a:pt x="280022" y="687844"/>
                  </a:lnTo>
                  <a:lnTo>
                    <a:pt x="280022" y="614794"/>
                  </a:lnTo>
                  <a:lnTo>
                    <a:pt x="206984" y="614794"/>
                  </a:lnTo>
                  <a:lnTo>
                    <a:pt x="206984" y="517398"/>
                  </a:lnTo>
                  <a:lnTo>
                    <a:pt x="304380" y="517398"/>
                  </a:lnTo>
                  <a:lnTo>
                    <a:pt x="318592" y="514527"/>
                  </a:lnTo>
                  <a:lnTo>
                    <a:pt x="330200" y="506704"/>
                  </a:lnTo>
                  <a:lnTo>
                    <a:pt x="338035" y="495096"/>
                  </a:lnTo>
                  <a:lnTo>
                    <a:pt x="340906" y="480872"/>
                  </a:lnTo>
                  <a:close/>
                </a:path>
                <a:path w="925829" h="688339">
                  <a:moveTo>
                    <a:pt x="498563" y="133908"/>
                  </a:moveTo>
                  <a:lnTo>
                    <a:pt x="495211" y="117322"/>
                  </a:lnTo>
                  <a:lnTo>
                    <a:pt x="486079" y="103784"/>
                  </a:lnTo>
                  <a:lnTo>
                    <a:pt x="472528" y="94653"/>
                  </a:lnTo>
                  <a:lnTo>
                    <a:pt x="455942" y="91300"/>
                  </a:lnTo>
                  <a:lnTo>
                    <a:pt x="348564" y="91300"/>
                  </a:lnTo>
                  <a:lnTo>
                    <a:pt x="238010" y="11150"/>
                  </a:lnTo>
                  <a:lnTo>
                    <a:pt x="221780" y="3835"/>
                  </a:lnTo>
                  <a:lnTo>
                    <a:pt x="204381" y="63"/>
                  </a:lnTo>
                  <a:lnTo>
                    <a:pt x="186397" y="0"/>
                  </a:lnTo>
                  <a:lnTo>
                    <a:pt x="155676" y="9537"/>
                  </a:lnTo>
                  <a:lnTo>
                    <a:pt x="131203" y="28879"/>
                  </a:lnTo>
                  <a:lnTo>
                    <a:pt x="115138" y="55600"/>
                  </a:lnTo>
                  <a:lnTo>
                    <a:pt x="109575" y="87287"/>
                  </a:lnTo>
                  <a:lnTo>
                    <a:pt x="109575" y="322618"/>
                  </a:lnTo>
                  <a:lnTo>
                    <a:pt x="116281" y="355790"/>
                  </a:lnTo>
                  <a:lnTo>
                    <a:pt x="134543" y="382879"/>
                  </a:lnTo>
                  <a:lnTo>
                    <a:pt x="161632" y="401129"/>
                  </a:lnTo>
                  <a:lnTo>
                    <a:pt x="194805" y="407835"/>
                  </a:lnTo>
                  <a:lnTo>
                    <a:pt x="389597" y="407835"/>
                  </a:lnTo>
                  <a:lnTo>
                    <a:pt x="389597" y="620877"/>
                  </a:lnTo>
                  <a:lnTo>
                    <a:pt x="392950" y="637463"/>
                  </a:lnTo>
                  <a:lnTo>
                    <a:pt x="402082" y="651014"/>
                  </a:lnTo>
                  <a:lnTo>
                    <a:pt x="415620" y="660146"/>
                  </a:lnTo>
                  <a:lnTo>
                    <a:pt x="432219" y="663486"/>
                  </a:lnTo>
                  <a:lnTo>
                    <a:pt x="448792" y="660146"/>
                  </a:lnTo>
                  <a:lnTo>
                    <a:pt x="462343" y="651014"/>
                  </a:lnTo>
                  <a:lnTo>
                    <a:pt x="471474" y="637463"/>
                  </a:lnTo>
                  <a:lnTo>
                    <a:pt x="474827" y="620877"/>
                  </a:lnTo>
                  <a:lnTo>
                    <a:pt x="474827" y="365226"/>
                  </a:lnTo>
                  <a:lnTo>
                    <a:pt x="471474" y="348640"/>
                  </a:lnTo>
                  <a:lnTo>
                    <a:pt x="462343" y="335089"/>
                  </a:lnTo>
                  <a:lnTo>
                    <a:pt x="448792" y="325958"/>
                  </a:lnTo>
                  <a:lnTo>
                    <a:pt x="432219" y="322618"/>
                  </a:lnTo>
                  <a:lnTo>
                    <a:pt x="280022" y="322618"/>
                  </a:lnTo>
                  <a:lnTo>
                    <a:pt x="280022" y="146812"/>
                  </a:lnTo>
                  <a:lnTo>
                    <a:pt x="315417" y="171881"/>
                  </a:lnTo>
                  <a:lnTo>
                    <a:pt x="334200" y="176517"/>
                  </a:lnTo>
                  <a:lnTo>
                    <a:pt x="455942" y="176517"/>
                  </a:lnTo>
                  <a:lnTo>
                    <a:pt x="472528" y="173177"/>
                  </a:lnTo>
                  <a:lnTo>
                    <a:pt x="486079" y="164045"/>
                  </a:lnTo>
                  <a:lnTo>
                    <a:pt x="495211" y="150495"/>
                  </a:lnTo>
                  <a:lnTo>
                    <a:pt x="498563" y="133908"/>
                  </a:lnTo>
                  <a:close/>
                </a:path>
                <a:path w="925829" h="688339">
                  <a:moveTo>
                    <a:pt x="925296" y="249567"/>
                  </a:moveTo>
                  <a:lnTo>
                    <a:pt x="922426" y="235343"/>
                  </a:lnTo>
                  <a:lnTo>
                    <a:pt x="914590" y="223735"/>
                  </a:lnTo>
                  <a:lnTo>
                    <a:pt x="902982" y="215912"/>
                  </a:lnTo>
                  <a:lnTo>
                    <a:pt x="888771" y="213042"/>
                  </a:lnTo>
                  <a:lnTo>
                    <a:pt x="353072" y="213042"/>
                  </a:lnTo>
                  <a:lnTo>
                    <a:pt x="338861" y="215912"/>
                  </a:lnTo>
                  <a:lnTo>
                    <a:pt x="327253" y="223735"/>
                  </a:lnTo>
                  <a:lnTo>
                    <a:pt x="319417" y="235343"/>
                  </a:lnTo>
                  <a:lnTo>
                    <a:pt x="316547" y="249567"/>
                  </a:lnTo>
                  <a:lnTo>
                    <a:pt x="319417" y="263779"/>
                  </a:lnTo>
                  <a:lnTo>
                    <a:pt x="327253" y="275399"/>
                  </a:lnTo>
                  <a:lnTo>
                    <a:pt x="338861" y="283222"/>
                  </a:lnTo>
                  <a:lnTo>
                    <a:pt x="353072" y="286092"/>
                  </a:lnTo>
                  <a:lnTo>
                    <a:pt x="584403" y="286092"/>
                  </a:lnTo>
                  <a:lnTo>
                    <a:pt x="584403" y="614794"/>
                  </a:lnTo>
                  <a:lnTo>
                    <a:pt x="511352" y="614794"/>
                  </a:lnTo>
                  <a:lnTo>
                    <a:pt x="511352" y="687844"/>
                  </a:lnTo>
                  <a:lnTo>
                    <a:pt x="730504" y="687844"/>
                  </a:lnTo>
                  <a:lnTo>
                    <a:pt x="730504" y="614794"/>
                  </a:lnTo>
                  <a:lnTo>
                    <a:pt x="657453" y="614794"/>
                  </a:lnTo>
                  <a:lnTo>
                    <a:pt x="657453" y="286092"/>
                  </a:lnTo>
                  <a:lnTo>
                    <a:pt x="888771" y="286092"/>
                  </a:lnTo>
                  <a:lnTo>
                    <a:pt x="902982" y="283222"/>
                  </a:lnTo>
                  <a:lnTo>
                    <a:pt x="914590" y="275399"/>
                  </a:lnTo>
                  <a:lnTo>
                    <a:pt x="922426" y="263779"/>
                  </a:lnTo>
                  <a:lnTo>
                    <a:pt x="925296" y="2495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724416" y="2833256"/>
              <a:ext cx="170448" cy="17043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123622" y="3186310"/>
              <a:ext cx="124460" cy="24765"/>
            </a:xfrm>
            <a:custGeom>
              <a:avLst/>
              <a:gdLst/>
              <a:ahLst/>
              <a:cxnLst/>
              <a:rect l="l" t="t" r="r" b="b"/>
              <a:pathLst>
                <a:path w="124459" h="24764">
                  <a:moveTo>
                    <a:pt x="124313" y="0"/>
                  </a:moveTo>
                  <a:lnTo>
                    <a:pt x="12174" y="0"/>
                  </a:lnTo>
                  <a:lnTo>
                    <a:pt x="10085" y="6532"/>
                  </a:lnTo>
                  <a:lnTo>
                    <a:pt x="7341" y="12801"/>
                  </a:lnTo>
                  <a:lnTo>
                    <a:pt x="3970" y="18756"/>
                  </a:lnTo>
                  <a:lnTo>
                    <a:pt x="0" y="24348"/>
                  </a:lnTo>
                  <a:lnTo>
                    <a:pt x="99963" y="24348"/>
                  </a:lnTo>
                  <a:lnTo>
                    <a:pt x="109438" y="22436"/>
                  </a:lnTo>
                  <a:lnTo>
                    <a:pt x="117179" y="17220"/>
                  </a:lnTo>
                  <a:lnTo>
                    <a:pt x="122399" y="9481"/>
                  </a:lnTo>
                  <a:lnTo>
                    <a:pt x="1243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077487" y="3040219"/>
              <a:ext cx="85224" cy="121742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2414904" y="4906327"/>
            <a:ext cx="3394710" cy="74866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065" marR="5080" indent="-6350" algn="ctr">
              <a:lnSpc>
                <a:spcPct val="81700"/>
              </a:lnSpc>
              <a:spcBef>
                <a:spcPts val="495"/>
              </a:spcBef>
            </a:pPr>
            <a:r>
              <a:rPr sz="1800" b="1" spc="-235" dirty="0">
                <a:solidFill>
                  <a:srgbClr val="FFFFFF"/>
                </a:solidFill>
                <a:latin typeface="Arial"/>
                <a:cs typeface="Arial"/>
              </a:rPr>
              <a:t>“CLASS</a:t>
            </a: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14" dirty="0">
                <a:solidFill>
                  <a:srgbClr val="FFFFFF"/>
                </a:solidFill>
                <a:latin typeface="Arial"/>
                <a:cs typeface="Arial"/>
              </a:rPr>
              <a:t>LOGIN”</a:t>
            </a: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Arial"/>
                <a:cs typeface="Arial"/>
              </a:rPr>
              <a:t>~</a:t>
            </a:r>
            <a:r>
              <a:rPr sz="18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35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0" dirty="0">
                <a:solidFill>
                  <a:srgbClr val="FFFFFF"/>
                </a:solidFill>
                <a:latin typeface="Arial MT"/>
                <a:cs typeface="Arial MT"/>
              </a:rPr>
              <a:t>CLASS</a:t>
            </a:r>
            <a:r>
              <a:rPr sz="1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IS </a:t>
            </a:r>
            <a:r>
              <a:rPr sz="1800" spc="-280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1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3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Arial MT"/>
                <a:cs typeface="Arial MT"/>
              </a:rPr>
              <a:t>LOGIN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1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Arial MT"/>
                <a:cs typeface="Arial MT"/>
              </a:rPr>
              <a:t>CONTAIN </a:t>
            </a:r>
            <a:r>
              <a:rPr sz="1800" spc="-254" dirty="0">
                <a:solidFill>
                  <a:srgbClr val="FFFFFF"/>
                </a:solidFill>
                <a:latin typeface="Arial MT"/>
                <a:cs typeface="Arial MT"/>
              </a:rPr>
              <a:t>USERNAME</a:t>
            </a:r>
            <a:r>
              <a:rPr sz="180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8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 MT"/>
                <a:cs typeface="Arial MT"/>
              </a:rPr>
              <a:t>PASSWORD.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69379" y="4906327"/>
            <a:ext cx="3230880" cy="74866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 algn="ctr">
              <a:lnSpc>
                <a:spcPct val="81700"/>
              </a:lnSpc>
              <a:spcBef>
                <a:spcPts val="495"/>
              </a:spcBef>
            </a:pPr>
            <a:r>
              <a:rPr sz="1800" b="1" spc="-235" dirty="0">
                <a:solidFill>
                  <a:srgbClr val="FFFFFF"/>
                </a:solidFill>
                <a:latin typeface="Arial"/>
                <a:cs typeface="Arial"/>
              </a:rPr>
              <a:t>“CLASS</a:t>
            </a:r>
            <a:r>
              <a:rPr sz="1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95" dirty="0">
                <a:solidFill>
                  <a:srgbClr val="FFFFFF"/>
                </a:solidFill>
                <a:latin typeface="Arial"/>
                <a:cs typeface="Arial"/>
              </a:rPr>
              <a:t>EXTRAS”</a:t>
            </a:r>
            <a:r>
              <a:rPr sz="18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125" dirty="0">
                <a:solidFill>
                  <a:srgbClr val="FFFFFF"/>
                </a:solidFill>
                <a:latin typeface="Arial"/>
                <a:cs typeface="Arial"/>
              </a:rPr>
              <a:t>~</a:t>
            </a:r>
            <a:r>
              <a:rPr sz="18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29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45" dirty="0">
                <a:solidFill>
                  <a:srgbClr val="FFFFFF"/>
                </a:solidFill>
                <a:latin typeface="Arial MT"/>
                <a:cs typeface="Arial MT"/>
              </a:rPr>
              <a:t>CLASS</a:t>
            </a:r>
            <a:r>
              <a:rPr sz="1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45" dirty="0">
                <a:solidFill>
                  <a:srgbClr val="FFFFFF"/>
                </a:solidFill>
                <a:latin typeface="Arial MT"/>
                <a:cs typeface="Arial MT"/>
              </a:rPr>
              <a:t>IS </a:t>
            </a:r>
            <a:r>
              <a:rPr sz="1800" spc="-275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1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29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80" dirty="0">
                <a:solidFill>
                  <a:srgbClr val="FFFFFF"/>
                </a:solidFill>
                <a:latin typeface="Arial MT"/>
                <a:cs typeface="Arial MT"/>
              </a:rPr>
              <a:t>MASJID,</a:t>
            </a:r>
            <a:r>
              <a:rPr sz="1800" spc="-130" dirty="0">
                <a:solidFill>
                  <a:srgbClr val="FFFFFF"/>
                </a:solidFill>
                <a:latin typeface="Arial MT"/>
                <a:cs typeface="Arial MT"/>
              </a:rPr>
              <a:t> CAFETERIA, </a:t>
            </a:r>
            <a:r>
              <a:rPr sz="1800" spc="-270" dirty="0">
                <a:solidFill>
                  <a:srgbClr val="FFFFFF"/>
                </a:solidFill>
                <a:latin typeface="Arial MT"/>
                <a:cs typeface="Arial MT"/>
              </a:rPr>
              <a:t>SPORTS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25" dirty="0">
                <a:solidFill>
                  <a:srgbClr val="FFFFFF"/>
                </a:solidFill>
                <a:latin typeface="Arial MT"/>
                <a:cs typeface="Arial MT"/>
              </a:rPr>
              <a:t>COMPLEX</a:t>
            </a:r>
            <a:r>
              <a:rPr sz="1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Arial MT"/>
                <a:cs typeface="Arial MT"/>
              </a:rPr>
              <a:t>PARKING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477" rIns="0" bIns="0" rtlCol="0">
            <a:spAutoFit/>
          </a:bodyPr>
          <a:lstStyle/>
          <a:p>
            <a:pPr marL="897255">
              <a:lnSpc>
                <a:spcPct val="100000"/>
              </a:lnSpc>
              <a:spcBef>
                <a:spcPts val="105"/>
              </a:spcBef>
            </a:pPr>
            <a:r>
              <a:rPr spc="-35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7350" y="2678686"/>
            <a:ext cx="7032625" cy="242633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960"/>
              </a:spcBef>
              <a:buSzPct val="122500"/>
              <a:buChar char="•"/>
              <a:tabLst>
                <a:tab pos="384175" algn="l"/>
              </a:tabLst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b="1" spc="-150" dirty="0">
                <a:solidFill>
                  <a:srgbClr val="FFFFFF"/>
                </a:solidFill>
                <a:latin typeface="Arial"/>
                <a:cs typeface="Arial"/>
              </a:rPr>
              <a:t>Login()</a:t>
            </a:r>
            <a:r>
              <a:rPr sz="2000" spc="-15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FFFFFF"/>
                </a:solidFill>
                <a:latin typeface="Arial MT"/>
                <a:cs typeface="Arial MT"/>
              </a:rPr>
              <a:t>Displays</a:t>
            </a:r>
            <a:r>
              <a:rPr sz="20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0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login</a:t>
            </a:r>
            <a:r>
              <a:rPr sz="20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page.</a:t>
            </a:r>
            <a:endParaRPr sz="2000">
              <a:latin typeface="Arial MT"/>
              <a:cs typeface="Arial MT"/>
            </a:endParaRPr>
          </a:p>
          <a:p>
            <a:pPr marL="384175" indent="-371475">
              <a:lnSpc>
                <a:spcPct val="100000"/>
              </a:lnSpc>
              <a:spcBef>
                <a:spcPts val="1505"/>
              </a:spcBef>
              <a:buSzPct val="122500"/>
              <a:buChar char="•"/>
              <a:tabLst>
                <a:tab pos="384175" algn="l"/>
              </a:tabLst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b="1" spc="-145" dirty="0">
                <a:solidFill>
                  <a:srgbClr val="FFFFFF"/>
                </a:solidFill>
                <a:latin typeface="Arial"/>
                <a:cs typeface="Arial"/>
              </a:rPr>
              <a:t>Student_interface()</a:t>
            </a:r>
            <a:r>
              <a:rPr sz="2000" spc="-14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20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FFFFFF"/>
                </a:solidFill>
                <a:latin typeface="Arial MT"/>
                <a:cs typeface="Arial MT"/>
              </a:rPr>
              <a:t>Displays</a:t>
            </a:r>
            <a:r>
              <a:rPr sz="20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Arial MT"/>
                <a:cs typeface="Arial MT"/>
              </a:rPr>
              <a:t>interface</a:t>
            </a:r>
            <a:r>
              <a:rPr sz="20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Arial MT"/>
                <a:cs typeface="Arial MT"/>
              </a:rPr>
              <a:t>students.</a:t>
            </a:r>
            <a:endParaRPr sz="2000">
              <a:latin typeface="Arial MT"/>
              <a:cs typeface="Arial MT"/>
            </a:endParaRPr>
          </a:p>
          <a:p>
            <a:pPr marL="384175" indent="-371475">
              <a:lnSpc>
                <a:spcPct val="100000"/>
              </a:lnSpc>
              <a:spcBef>
                <a:spcPts val="1430"/>
              </a:spcBef>
              <a:buSzPct val="122500"/>
              <a:buChar char="•"/>
              <a:tabLst>
                <a:tab pos="384175" algn="l"/>
              </a:tabLst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Admin_interface()</a:t>
            </a:r>
            <a:r>
              <a:rPr sz="2000" spc="-12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FFFFFF"/>
                </a:solidFill>
                <a:latin typeface="Arial MT"/>
                <a:cs typeface="Arial MT"/>
              </a:rPr>
              <a:t>Displays</a:t>
            </a:r>
            <a:r>
              <a:rPr sz="20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0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70" dirty="0">
                <a:solidFill>
                  <a:srgbClr val="FFFFFF"/>
                </a:solidFill>
                <a:latin typeface="Arial MT"/>
                <a:cs typeface="Arial MT"/>
              </a:rPr>
              <a:t>interface</a:t>
            </a:r>
            <a:r>
              <a:rPr sz="20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administrators.</a:t>
            </a:r>
            <a:endParaRPr sz="2000">
              <a:latin typeface="Arial MT"/>
              <a:cs typeface="Arial MT"/>
            </a:endParaRPr>
          </a:p>
          <a:p>
            <a:pPr marL="384175" indent="-371475">
              <a:lnSpc>
                <a:spcPct val="100000"/>
              </a:lnSpc>
              <a:spcBef>
                <a:spcPts val="1505"/>
              </a:spcBef>
              <a:buSzPct val="122500"/>
              <a:buChar char="•"/>
              <a:tabLst>
                <a:tab pos="384175" algn="l"/>
              </a:tabLst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0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b="1" spc="-145" dirty="0">
                <a:solidFill>
                  <a:srgbClr val="FFFFFF"/>
                </a:solidFill>
                <a:latin typeface="Arial"/>
                <a:cs typeface="Arial"/>
              </a:rPr>
              <a:t>goto_menu()</a:t>
            </a:r>
            <a:r>
              <a:rPr sz="2000" spc="-14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20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35" dirty="0">
                <a:solidFill>
                  <a:srgbClr val="FFFFFF"/>
                </a:solidFill>
                <a:latin typeface="Arial MT"/>
                <a:cs typeface="Arial MT"/>
              </a:rPr>
              <a:t>Asks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0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6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0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20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20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5" dirty="0">
                <a:solidFill>
                  <a:srgbClr val="FFFFFF"/>
                </a:solidFill>
                <a:latin typeface="Arial MT"/>
                <a:cs typeface="Arial MT"/>
              </a:rPr>
              <a:t>want</a:t>
            </a:r>
            <a:r>
              <a:rPr sz="20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Arial MT"/>
                <a:cs typeface="Arial MT"/>
              </a:rPr>
              <a:t>go</a:t>
            </a:r>
            <a:r>
              <a:rPr sz="20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Arial MT"/>
                <a:cs typeface="Arial MT"/>
              </a:rPr>
              <a:t>back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0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Arial MT"/>
                <a:cs typeface="Arial MT"/>
              </a:rPr>
              <a:t>menu.</a:t>
            </a:r>
            <a:endParaRPr sz="2000">
              <a:latin typeface="Arial MT"/>
              <a:cs typeface="Arial MT"/>
            </a:endParaRPr>
          </a:p>
          <a:p>
            <a:pPr marL="384175" indent="-371475">
              <a:lnSpc>
                <a:spcPct val="100000"/>
              </a:lnSpc>
              <a:spcBef>
                <a:spcPts val="1505"/>
              </a:spcBef>
              <a:buSzPct val="122500"/>
              <a:buChar char="•"/>
              <a:tabLst>
                <a:tab pos="384175" algn="l"/>
              </a:tabLst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Arial"/>
                <a:cs typeface="Arial"/>
              </a:rPr>
              <a:t>option()</a:t>
            </a:r>
            <a:r>
              <a:rPr sz="2000" spc="-12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20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75" dirty="0">
                <a:solidFill>
                  <a:srgbClr val="FFFFFF"/>
                </a:solidFill>
                <a:latin typeface="Arial MT"/>
                <a:cs typeface="Arial MT"/>
              </a:rPr>
              <a:t>Reads</a:t>
            </a:r>
            <a:r>
              <a:rPr sz="20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6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r>
              <a:rPr sz="20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Arial MT"/>
                <a:cs typeface="Arial MT"/>
              </a:rPr>
              <a:t>input</a:t>
            </a:r>
            <a:r>
              <a:rPr sz="20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45" dirty="0">
                <a:solidFill>
                  <a:srgbClr val="FFFFFF"/>
                </a:solidFill>
                <a:latin typeface="Arial MT"/>
                <a:cs typeface="Arial MT"/>
              </a:rPr>
              <a:t>choosing</a:t>
            </a:r>
            <a:r>
              <a:rPr sz="20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option.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" y="0"/>
            <a:ext cx="1164431" cy="23717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552825"/>
            <a:ext cx="219075" cy="65722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4486275"/>
            <a:ext cx="1202690" cy="2371725"/>
            <a:chOff x="0" y="4486275"/>
            <a:chExt cx="1202690" cy="237172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4486275"/>
              <a:ext cx="238125" cy="2362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075" y="4867275"/>
              <a:ext cx="983239" cy="199072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70691" y="0"/>
            <a:ext cx="535559" cy="6286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4775" y="5553075"/>
            <a:ext cx="504825" cy="12954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630025" y="9525"/>
            <a:ext cx="381000" cy="172402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39525" y="4867275"/>
              <a:ext cx="390525" cy="1981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624" y="685736"/>
              <a:ext cx="10568051" cy="555790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201400" y="0"/>
              <a:ext cx="419100" cy="514350"/>
            </a:xfrm>
            <a:custGeom>
              <a:avLst/>
              <a:gdLst/>
              <a:ahLst/>
              <a:cxnLst/>
              <a:rect l="l" t="t" r="r" b="b"/>
              <a:pathLst>
                <a:path w="419100" h="514350">
                  <a:moveTo>
                    <a:pt x="395224" y="0"/>
                  </a:moveTo>
                  <a:lnTo>
                    <a:pt x="323469" y="171957"/>
                  </a:lnTo>
                  <a:lnTo>
                    <a:pt x="0" y="499999"/>
                  </a:lnTo>
                  <a:lnTo>
                    <a:pt x="19176" y="514350"/>
                  </a:lnTo>
                  <a:lnTo>
                    <a:pt x="347345" y="186308"/>
                  </a:lnTo>
                  <a:lnTo>
                    <a:pt x="419100" y="9525"/>
                  </a:lnTo>
                  <a:lnTo>
                    <a:pt x="395224" y="0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094021" y="476250"/>
              <a:ext cx="145478" cy="1524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353800" y="1543050"/>
              <a:ext cx="190500" cy="1905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430000" y="9525"/>
              <a:ext cx="304800" cy="1543050"/>
            </a:xfrm>
            <a:custGeom>
              <a:avLst/>
              <a:gdLst/>
              <a:ahLst/>
              <a:cxnLst/>
              <a:rect l="l" t="t" r="r" b="b"/>
              <a:pathLst>
                <a:path w="304800" h="1543050">
                  <a:moveTo>
                    <a:pt x="304800" y="0"/>
                  </a:moveTo>
                  <a:lnTo>
                    <a:pt x="276225" y="0"/>
                  </a:lnTo>
                  <a:lnTo>
                    <a:pt x="276225" y="973709"/>
                  </a:lnTo>
                  <a:lnTo>
                    <a:pt x="0" y="1252854"/>
                  </a:lnTo>
                  <a:lnTo>
                    <a:pt x="0" y="1543050"/>
                  </a:lnTo>
                  <a:lnTo>
                    <a:pt x="23875" y="1543050"/>
                  </a:lnTo>
                  <a:lnTo>
                    <a:pt x="23875" y="1262379"/>
                  </a:lnTo>
                  <a:lnTo>
                    <a:pt x="304800" y="983234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1475" y="0"/>
              <a:ext cx="11458575" cy="6848475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821" rIns="0" bIns="0" rtlCol="0">
            <a:spAutoFit/>
          </a:bodyPr>
          <a:lstStyle/>
          <a:p>
            <a:pPr marL="38608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MAIN</a:t>
            </a:r>
            <a:r>
              <a:rPr spc="-140" dirty="0"/>
              <a:t> </a:t>
            </a:r>
            <a:r>
              <a:rPr spc="-300" dirty="0"/>
              <a:t>FUNCTION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798826" y="2384488"/>
            <a:ext cx="2979420" cy="12922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29209">
              <a:lnSpc>
                <a:spcPts val="1950"/>
              </a:lnSpc>
              <a:spcBef>
                <a:spcPts val="340"/>
              </a:spcBef>
            </a:pPr>
            <a:r>
              <a:rPr sz="1800" spc="-18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45" dirty="0">
                <a:solidFill>
                  <a:srgbClr val="FFFFFF"/>
                </a:solidFill>
                <a:latin typeface="Arial MT"/>
                <a:cs typeface="Arial MT"/>
              </a:rPr>
              <a:t>main</a:t>
            </a:r>
            <a:r>
              <a:rPr sz="18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55" dirty="0">
                <a:solidFill>
                  <a:srgbClr val="FFFFFF"/>
                </a:solidFill>
                <a:latin typeface="Arial MT"/>
                <a:cs typeface="Arial MT"/>
              </a:rPr>
              <a:t>Function</a:t>
            </a:r>
            <a:r>
              <a:rPr sz="1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Arial MT"/>
                <a:cs typeface="Arial MT"/>
              </a:rPr>
              <a:t>describe</a:t>
            </a:r>
            <a:r>
              <a:rPr sz="18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1800" spc="-105" dirty="0">
                <a:solidFill>
                  <a:srgbClr val="FFFFFF"/>
                </a:solidFill>
                <a:latin typeface="Arial MT"/>
                <a:cs typeface="Arial MT"/>
              </a:rPr>
              <a:t>Objects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85" dirty="0">
                <a:solidFill>
                  <a:srgbClr val="FFFFFF"/>
                </a:solidFill>
                <a:latin typeface="Arial MT"/>
                <a:cs typeface="Arial MT"/>
              </a:rPr>
              <a:t>Classes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Such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1820"/>
              </a:lnSpc>
              <a:tabLst>
                <a:tab pos="2157095" algn="l"/>
              </a:tabLst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as: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VC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ts val="1950"/>
              </a:lnSpc>
              <a:spcBef>
                <a:spcPts val="135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vc[100]~Dean 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dean[100]~teacher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teach[100];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10194" y="2882582"/>
            <a:ext cx="29495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added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Arial MT"/>
                <a:cs typeface="Arial MT"/>
              </a:rPr>
              <a:t>Details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45" dirty="0">
                <a:solidFill>
                  <a:srgbClr val="FFFFFF"/>
                </a:solidFill>
                <a:latin typeface="Arial MT"/>
                <a:cs typeface="Arial MT"/>
              </a:rPr>
              <a:t>Functions.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98826" y="4381182"/>
            <a:ext cx="2957830" cy="1044575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 marR="5080">
              <a:lnSpc>
                <a:spcPct val="90400"/>
              </a:lnSpc>
              <a:spcBef>
                <a:spcPts val="309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8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added</a:t>
            </a:r>
            <a:r>
              <a:rPr sz="1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Arial MT"/>
                <a:cs typeface="Arial MT"/>
              </a:rPr>
              <a:t>Descriptions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sz="1800" spc="-245" dirty="0">
                <a:solidFill>
                  <a:srgbClr val="FFFFFF"/>
                </a:solidFill>
                <a:latin typeface="Arial MT"/>
                <a:cs typeface="Arial MT"/>
              </a:rPr>
              <a:t>Rooms,</a:t>
            </a:r>
            <a:r>
              <a:rPr sz="18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Arial MT"/>
                <a:cs typeface="Arial MT"/>
              </a:rPr>
              <a:t>Buildings,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Arial MT"/>
                <a:cs typeface="Arial MT"/>
              </a:rPr>
              <a:t>Extras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&amp; </a:t>
            </a:r>
            <a:r>
              <a:rPr sz="1800" spc="-145" dirty="0">
                <a:solidFill>
                  <a:srgbClr val="FFFFFF"/>
                </a:solidFill>
                <a:latin typeface="Arial MT"/>
                <a:cs typeface="Arial MT"/>
              </a:rPr>
              <a:t>necessary</a:t>
            </a:r>
            <a:r>
              <a:rPr sz="1800" spc="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 MT"/>
                <a:cs typeface="Arial MT"/>
              </a:rPr>
              <a:t>Details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sz="1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60" dirty="0">
                <a:solidFill>
                  <a:srgbClr val="FFFFFF"/>
                </a:solidFill>
                <a:latin typeface="Arial MT"/>
                <a:cs typeface="Arial MT"/>
              </a:rPr>
              <a:t>VC</a:t>
            </a:r>
            <a:r>
              <a:rPr sz="1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800" spc="-145" dirty="0">
                <a:solidFill>
                  <a:srgbClr val="FFFFFF"/>
                </a:solidFill>
                <a:latin typeface="Arial MT"/>
                <a:cs typeface="Arial MT"/>
              </a:rPr>
              <a:t>Dean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 MT"/>
                <a:cs typeface="Arial MT"/>
              </a:rPr>
              <a:t>Meeting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10194" y="4505896"/>
            <a:ext cx="2957830" cy="7962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1950"/>
              </a:lnSpc>
              <a:spcBef>
                <a:spcPts val="340"/>
              </a:spcBef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Arial MT"/>
                <a:cs typeface="Arial MT"/>
              </a:rPr>
              <a:t>also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added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90" dirty="0">
                <a:solidFill>
                  <a:srgbClr val="FFFFFF"/>
                </a:solidFill>
                <a:latin typeface="Arial MT"/>
                <a:cs typeface="Arial MT"/>
              </a:rPr>
              <a:t>Commands</a:t>
            </a:r>
            <a:r>
              <a:rPr sz="18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1800" spc="-60" dirty="0">
                <a:solidFill>
                  <a:srgbClr val="FFFFFF"/>
                </a:solidFill>
                <a:latin typeface="Arial MT"/>
                <a:cs typeface="Arial MT"/>
              </a:rPr>
              <a:t>take</a:t>
            </a:r>
            <a:r>
              <a:rPr sz="18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14" dirty="0">
                <a:solidFill>
                  <a:srgbClr val="FFFFFF"/>
                </a:solidFill>
                <a:latin typeface="Arial MT"/>
                <a:cs typeface="Arial MT"/>
              </a:rPr>
              <a:t>Input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Arial MT"/>
                <a:cs typeface="Arial MT"/>
              </a:rPr>
              <a:t>Admin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 MT"/>
                <a:cs typeface="Arial MT"/>
              </a:rPr>
              <a:t>store </a:t>
            </a:r>
            <a:r>
              <a:rPr sz="1800" spc="-65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35" dirty="0">
                <a:solidFill>
                  <a:srgbClr val="FFFFFF"/>
                </a:solidFill>
                <a:latin typeface="Arial MT"/>
                <a:cs typeface="Arial MT"/>
              </a:rPr>
              <a:t>values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data.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49829" y="4570367"/>
            <a:ext cx="7225030" cy="1546860"/>
          </a:xfrm>
          <a:prstGeom prst="rect">
            <a:avLst/>
          </a:prstGeom>
        </p:spPr>
        <p:txBody>
          <a:bodyPr vert="horz" wrap="square" lIns="0" tIns="350520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2760"/>
              </a:spcBef>
            </a:pPr>
            <a:r>
              <a:rPr sz="4800" b="1" spc="-680" dirty="0">
                <a:solidFill>
                  <a:srgbClr val="FFFFFF"/>
                </a:solidFill>
                <a:latin typeface="Arial"/>
                <a:cs typeface="Arial"/>
              </a:rPr>
              <a:t>WELCOME</a:t>
            </a:r>
            <a:r>
              <a:rPr sz="4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800" b="1" spc="-675" dirty="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endParaRPr sz="4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50"/>
              </a:spcBef>
            </a:pPr>
            <a:r>
              <a:rPr sz="2000" spc="-215" dirty="0">
                <a:solidFill>
                  <a:srgbClr val="FFFFFF"/>
                </a:solidFill>
                <a:latin typeface="Arial MT"/>
                <a:cs typeface="Arial MT"/>
              </a:rPr>
              <a:t>WELCOME</a:t>
            </a:r>
            <a:r>
              <a:rPr sz="20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80" dirty="0">
                <a:solidFill>
                  <a:srgbClr val="FFFFFF"/>
                </a:solidFill>
                <a:latin typeface="Arial MT"/>
                <a:cs typeface="Arial MT"/>
              </a:rPr>
              <a:t>PAGE</a:t>
            </a:r>
            <a:r>
              <a:rPr sz="20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2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3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300" dirty="0">
                <a:solidFill>
                  <a:srgbClr val="FFFFFF"/>
                </a:solidFill>
                <a:latin typeface="Arial MT"/>
                <a:cs typeface="Arial MT"/>
              </a:rPr>
              <a:t>FIRST</a:t>
            </a:r>
            <a:r>
              <a:rPr sz="20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65" dirty="0">
                <a:solidFill>
                  <a:srgbClr val="FFFFFF"/>
                </a:solidFill>
                <a:latin typeface="Arial MT"/>
                <a:cs typeface="Arial MT"/>
              </a:rPr>
              <a:t>DISPLAY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340" dirty="0">
                <a:solidFill>
                  <a:srgbClr val="FFFFFF"/>
                </a:solidFill>
                <a:latin typeface="Arial MT"/>
                <a:cs typeface="Arial MT"/>
              </a:rPr>
              <a:t>AFTER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3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0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45" dirty="0">
                <a:solidFill>
                  <a:srgbClr val="FFFFFF"/>
                </a:solidFill>
                <a:latin typeface="Arial MT"/>
                <a:cs typeface="Arial MT"/>
              </a:rPr>
              <a:t>CODE</a:t>
            </a:r>
            <a:r>
              <a:rPr sz="2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2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0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Arial MT"/>
                <a:cs typeface="Arial MT"/>
              </a:rPr>
              <a:t>COMPILED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876800" y="381000"/>
            <a:ext cx="6337946" cy="2983567"/>
            <a:chOff x="552450" y="561848"/>
            <a:chExt cx="11101705" cy="38246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50" y="561848"/>
              <a:ext cx="11101451" cy="38243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6750" y="638175"/>
              <a:ext cx="10877550" cy="3600450"/>
            </a:xfrm>
            <a:custGeom>
              <a:avLst/>
              <a:gdLst/>
              <a:ahLst/>
              <a:cxnLst/>
              <a:rect l="l" t="t" r="r" b="b"/>
              <a:pathLst>
                <a:path w="10877550" h="3600450">
                  <a:moveTo>
                    <a:pt x="10877550" y="0"/>
                  </a:moveTo>
                  <a:lnTo>
                    <a:pt x="343090" y="0"/>
                  </a:lnTo>
                  <a:lnTo>
                    <a:pt x="296535" y="3130"/>
                  </a:lnTo>
                  <a:lnTo>
                    <a:pt x="251883" y="12250"/>
                  </a:lnTo>
                  <a:lnTo>
                    <a:pt x="209544" y="26951"/>
                  </a:lnTo>
                  <a:lnTo>
                    <a:pt x="169926" y="46825"/>
                  </a:lnTo>
                  <a:lnTo>
                    <a:pt x="133437" y="71463"/>
                  </a:lnTo>
                  <a:lnTo>
                    <a:pt x="100488" y="100456"/>
                  </a:lnTo>
                  <a:lnTo>
                    <a:pt x="71487" y="133398"/>
                  </a:lnTo>
                  <a:lnTo>
                    <a:pt x="46841" y="169878"/>
                  </a:lnTo>
                  <a:lnTo>
                    <a:pt x="26961" y="209490"/>
                  </a:lnTo>
                  <a:lnTo>
                    <a:pt x="12255" y="251824"/>
                  </a:lnTo>
                  <a:lnTo>
                    <a:pt x="3132" y="296472"/>
                  </a:lnTo>
                  <a:lnTo>
                    <a:pt x="0" y="343026"/>
                  </a:lnTo>
                  <a:lnTo>
                    <a:pt x="0" y="3600450"/>
                  </a:lnTo>
                  <a:lnTo>
                    <a:pt x="10534523" y="3600450"/>
                  </a:lnTo>
                  <a:lnTo>
                    <a:pt x="10581050" y="3597316"/>
                  </a:lnTo>
                  <a:lnTo>
                    <a:pt x="10625681" y="3588190"/>
                  </a:lnTo>
                  <a:lnTo>
                    <a:pt x="10668005" y="3573480"/>
                  </a:lnTo>
                  <a:lnTo>
                    <a:pt x="10707614" y="3553596"/>
                  </a:lnTo>
                  <a:lnTo>
                    <a:pt x="10744097" y="3528948"/>
                  </a:lnTo>
                  <a:lnTo>
                    <a:pt x="10777045" y="3499945"/>
                  </a:lnTo>
                  <a:lnTo>
                    <a:pt x="10806048" y="3466997"/>
                  </a:lnTo>
                  <a:lnTo>
                    <a:pt x="10830696" y="3430514"/>
                  </a:lnTo>
                  <a:lnTo>
                    <a:pt x="10850580" y="3390905"/>
                  </a:lnTo>
                  <a:lnTo>
                    <a:pt x="10865290" y="3348581"/>
                  </a:lnTo>
                  <a:lnTo>
                    <a:pt x="10874416" y="3303950"/>
                  </a:lnTo>
                  <a:lnTo>
                    <a:pt x="10877550" y="3257423"/>
                  </a:lnTo>
                  <a:lnTo>
                    <a:pt x="10877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6750" y="638175"/>
              <a:ext cx="10877550" cy="3600450"/>
            </a:xfrm>
            <a:custGeom>
              <a:avLst/>
              <a:gdLst/>
              <a:ahLst/>
              <a:cxnLst/>
              <a:rect l="l" t="t" r="r" b="b"/>
              <a:pathLst>
                <a:path w="10877550" h="3600450">
                  <a:moveTo>
                    <a:pt x="343090" y="0"/>
                  </a:moveTo>
                  <a:lnTo>
                    <a:pt x="10877550" y="0"/>
                  </a:lnTo>
                  <a:lnTo>
                    <a:pt x="10877550" y="3257423"/>
                  </a:lnTo>
                  <a:lnTo>
                    <a:pt x="10874416" y="3303950"/>
                  </a:lnTo>
                  <a:lnTo>
                    <a:pt x="10865290" y="3348581"/>
                  </a:lnTo>
                  <a:lnTo>
                    <a:pt x="10850580" y="3390905"/>
                  </a:lnTo>
                  <a:lnTo>
                    <a:pt x="10830696" y="3430514"/>
                  </a:lnTo>
                  <a:lnTo>
                    <a:pt x="10806048" y="3466997"/>
                  </a:lnTo>
                  <a:lnTo>
                    <a:pt x="10777045" y="3499945"/>
                  </a:lnTo>
                  <a:lnTo>
                    <a:pt x="10744097" y="3528948"/>
                  </a:lnTo>
                  <a:lnTo>
                    <a:pt x="10707614" y="3553596"/>
                  </a:lnTo>
                  <a:lnTo>
                    <a:pt x="10668005" y="3573480"/>
                  </a:lnTo>
                  <a:lnTo>
                    <a:pt x="10625681" y="3588190"/>
                  </a:lnTo>
                  <a:lnTo>
                    <a:pt x="10581050" y="3597316"/>
                  </a:lnTo>
                  <a:lnTo>
                    <a:pt x="10534523" y="3600450"/>
                  </a:lnTo>
                  <a:lnTo>
                    <a:pt x="0" y="3600450"/>
                  </a:lnTo>
                  <a:lnTo>
                    <a:pt x="0" y="343026"/>
                  </a:lnTo>
                  <a:lnTo>
                    <a:pt x="3132" y="296472"/>
                  </a:lnTo>
                  <a:lnTo>
                    <a:pt x="12255" y="251824"/>
                  </a:lnTo>
                  <a:lnTo>
                    <a:pt x="26961" y="209490"/>
                  </a:lnTo>
                  <a:lnTo>
                    <a:pt x="46841" y="169878"/>
                  </a:lnTo>
                  <a:lnTo>
                    <a:pt x="71487" y="133398"/>
                  </a:lnTo>
                  <a:lnTo>
                    <a:pt x="100488" y="100456"/>
                  </a:lnTo>
                  <a:lnTo>
                    <a:pt x="133437" y="71463"/>
                  </a:lnTo>
                  <a:lnTo>
                    <a:pt x="169926" y="46825"/>
                  </a:lnTo>
                  <a:lnTo>
                    <a:pt x="209544" y="26951"/>
                  </a:lnTo>
                  <a:lnTo>
                    <a:pt x="251883" y="12250"/>
                  </a:lnTo>
                  <a:lnTo>
                    <a:pt x="296535" y="3130"/>
                  </a:lnTo>
                  <a:lnTo>
                    <a:pt x="343090" y="0"/>
                  </a:lnTo>
                  <a:close/>
                </a:path>
              </a:pathLst>
            </a:custGeom>
            <a:ln w="19050">
              <a:solidFill>
                <a:srgbClr val="B4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50" y="952500"/>
              <a:ext cx="10267823" cy="2971800"/>
            </a:xfrm>
            <a:prstGeom prst="rect">
              <a:avLst/>
            </a:prstGeom>
          </p:spPr>
        </p:pic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464838"/>
            <a:ext cx="6680846" cy="17990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1926" y="4533070"/>
            <a:ext cx="7782559" cy="1763395"/>
          </a:xfrm>
          <a:prstGeom prst="rect">
            <a:avLst/>
          </a:prstGeom>
        </p:spPr>
        <p:txBody>
          <a:bodyPr vert="horz" wrap="square" lIns="0" tIns="38798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3055"/>
              </a:spcBef>
              <a:tabLst>
                <a:tab pos="2697480" algn="l"/>
              </a:tabLst>
            </a:pPr>
            <a:r>
              <a:rPr sz="4800" b="1" spc="-610" dirty="0">
                <a:solidFill>
                  <a:srgbClr val="FFFFFF"/>
                </a:solidFill>
                <a:latin typeface="Arial"/>
                <a:cs typeface="Arial"/>
              </a:rPr>
              <a:t>STUDENT</a:t>
            </a: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800" b="1" spc="-455" dirty="0">
                <a:solidFill>
                  <a:srgbClr val="FFFFFF"/>
                </a:solidFill>
                <a:latin typeface="Arial"/>
                <a:cs typeface="Arial"/>
              </a:rPr>
              <a:t>MENU</a:t>
            </a:r>
            <a:endParaRPr sz="4800">
              <a:latin typeface="Arial"/>
              <a:cs typeface="Arial"/>
            </a:endParaRPr>
          </a:p>
          <a:p>
            <a:pPr marL="12700" marR="5080" algn="ctr">
              <a:lnSpc>
                <a:spcPct val="112999"/>
              </a:lnSpc>
              <a:spcBef>
                <a:spcPts val="755"/>
              </a:spcBef>
            </a:pPr>
            <a:r>
              <a:rPr sz="1550" spc="-220" dirty="0">
                <a:solidFill>
                  <a:srgbClr val="FFFFFF"/>
                </a:solidFill>
                <a:latin typeface="Arial MT"/>
                <a:cs typeface="Arial MT"/>
              </a:rPr>
              <a:t>STUDENT</a:t>
            </a:r>
            <a:r>
              <a:rPr sz="15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70" dirty="0">
                <a:solidFill>
                  <a:srgbClr val="FFFFFF"/>
                </a:solidFill>
                <a:latin typeface="Arial MT"/>
                <a:cs typeface="Arial MT"/>
              </a:rPr>
              <a:t>MENU</a:t>
            </a:r>
            <a:r>
              <a:rPr sz="1550" spc="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9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85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15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29" dirty="0">
                <a:solidFill>
                  <a:srgbClr val="FFFFFF"/>
                </a:solidFill>
                <a:latin typeface="Arial MT"/>
                <a:cs typeface="Arial MT"/>
              </a:rPr>
              <a:t>ACCESSED</a:t>
            </a:r>
            <a:r>
              <a:rPr sz="15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95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5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85" dirty="0">
                <a:solidFill>
                  <a:srgbClr val="FFFFFF"/>
                </a:solidFill>
                <a:latin typeface="Arial MT"/>
                <a:cs typeface="Arial MT"/>
              </a:rPr>
              <a:t>PRESSING</a:t>
            </a:r>
            <a:r>
              <a:rPr sz="15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"1"</a:t>
            </a:r>
            <a:r>
              <a:rPr sz="155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9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55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7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5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85" dirty="0">
                <a:solidFill>
                  <a:srgbClr val="FFFFFF"/>
                </a:solidFill>
                <a:latin typeface="Arial MT"/>
                <a:cs typeface="Arial MT"/>
              </a:rPr>
              <a:t>DISPLAYS</a:t>
            </a:r>
            <a:r>
              <a:rPr sz="1550" spc="-90" dirty="0">
                <a:solidFill>
                  <a:srgbClr val="FFFFFF"/>
                </a:solidFill>
                <a:latin typeface="Arial MT"/>
                <a:cs typeface="Arial MT"/>
              </a:rPr>
              <a:t> FOLLOWING</a:t>
            </a:r>
            <a:r>
              <a:rPr sz="1550" spc="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55" dirty="0">
                <a:solidFill>
                  <a:srgbClr val="FFFFFF"/>
                </a:solidFill>
                <a:latin typeface="Arial MT"/>
                <a:cs typeface="Arial MT"/>
              </a:rPr>
              <a:t>OPTION. </a:t>
            </a:r>
            <a:r>
              <a:rPr sz="1550" spc="-229" dirty="0">
                <a:solidFill>
                  <a:srgbClr val="FFFFFF"/>
                </a:solidFill>
                <a:latin typeface="Arial MT"/>
                <a:cs typeface="Arial MT"/>
              </a:rPr>
              <a:t>STUDENTS</a:t>
            </a:r>
            <a:r>
              <a:rPr sz="155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5" dirty="0">
                <a:solidFill>
                  <a:srgbClr val="FFFFFF"/>
                </a:solidFill>
                <a:latin typeface="Arial MT"/>
                <a:cs typeface="Arial MT"/>
              </a:rPr>
              <a:t>CAM</a:t>
            </a:r>
            <a:r>
              <a:rPr sz="15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10" dirty="0">
                <a:solidFill>
                  <a:srgbClr val="FFFFFF"/>
                </a:solidFill>
                <a:latin typeface="Arial MT"/>
                <a:cs typeface="Arial MT"/>
              </a:rPr>
              <a:t>EASILY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50" dirty="0">
                <a:solidFill>
                  <a:srgbClr val="FFFFFF"/>
                </a:solidFill>
                <a:latin typeface="Arial MT"/>
                <a:cs typeface="Arial MT"/>
              </a:rPr>
              <a:t>TRACE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80" dirty="0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sz="155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95" dirty="0">
                <a:solidFill>
                  <a:srgbClr val="FFFFFF"/>
                </a:solidFill>
                <a:latin typeface="Arial MT"/>
                <a:cs typeface="Arial MT"/>
              </a:rPr>
              <a:t>OPTION</a:t>
            </a:r>
            <a:r>
              <a:rPr sz="15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20" dirty="0">
                <a:solidFill>
                  <a:srgbClr val="FFFFFF"/>
                </a:solidFill>
                <a:latin typeface="Arial MT"/>
                <a:cs typeface="Arial MT"/>
              </a:rPr>
              <a:t>ACCORDING</a:t>
            </a:r>
            <a:r>
              <a:rPr sz="15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5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20" dirty="0">
                <a:solidFill>
                  <a:srgbClr val="FFFFFF"/>
                </a:solidFill>
                <a:latin typeface="Arial MT"/>
                <a:cs typeface="Arial MT"/>
              </a:rPr>
              <a:t>REQUIREMENT.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05400" y="502525"/>
            <a:ext cx="6750431" cy="2521902"/>
            <a:chOff x="552450" y="561848"/>
            <a:chExt cx="11101705" cy="38246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50" y="561848"/>
              <a:ext cx="11101451" cy="38243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6750" y="638175"/>
              <a:ext cx="10877550" cy="3600450"/>
            </a:xfrm>
            <a:custGeom>
              <a:avLst/>
              <a:gdLst/>
              <a:ahLst/>
              <a:cxnLst/>
              <a:rect l="l" t="t" r="r" b="b"/>
              <a:pathLst>
                <a:path w="10877550" h="3600450">
                  <a:moveTo>
                    <a:pt x="10877550" y="0"/>
                  </a:moveTo>
                  <a:lnTo>
                    <a:pt x="343090" y="0"/>
                  </a:lnTo>
                  <a:lnTo>
                    <a:pt x="296535" y="3130"/>
                  </a:lnTo>
                  <a:lnTo>
                    <a:pt x="251883" y="12250"/>
                  </a:lnTo>
                  <a:lnTo>
                    <a:pt x="209544" y="26951"/>
                  </a:lnTo>
                  <a:lnTo>
                    <a:pt x="169926" y="46825"/>
                  </a:lnTo>
                  <a:lnTo>
                    <a:pt x="133437" y="71463"/>
                  </a:lnTo>
                  <a:lnTo>
                    <a:pt x="100488" y="100456"/>
                  </a:lnTo>
                  <a:lnTo>
                    <a:pt x="71487" y="133398"/>
                  </a:lnTo>
                  <a:lnTo>
                    <a:pt x="46841" y="169878"/>
                  </a:lnTo>
                  <a:lnTo>
                    <a:pt x="26961" y="209490"/>
                  </a:lnTo>
                  <a:lnTo>
                    <a:pt x="12255" y="251824"/>
                  </a:lnTo>
                  <a:lnTo>
                    <a:pt x="3132" y="296472"/>
                  </a:lnTo>
                  <a:lnTo>
                    <a:pt x="0" y="343026"/>
                  </a:lnTo>
                  <a:lnTo>
                    <a:pt x="0" y="3600450"/>
                  </a:lnTo>
                  <a:lnTo>
                    <a:pt x="10534523" y="3600450"/>
                  </a:lnTo>
                  <a:lnTo>
                    <a:pt x="10581050" y="3597316"/>
                  </a:lnTo>
                  <a:lnTo>
                    <a:pt x="10625681" y="3588190"/>
                  </a:lnTo>
                  <a:lnTo>
                    <a:pt x="10668005" y="3573480"/>
                  </a:lnTo>
                  <a:lnTo>
                    <a:pt x="10707614" y="3553596"/>
                  </a:lnTo>
                  <a:lnTo>
                    <a:pt x="10744097" y="3528948"/>
                  </a:lnTo>
                  <a:lnTo>
                    <a:pt x="10777045" y="3499945"/>
                  </a:lnTo>
                  <a:lnTo>
                    <a:pt x="10806048" y="3466997"/>
                  </a:lnTo>
                  <a:lnTo>
                    <a:pt x="10830696" y="3430514"/>
                  </a:lnTo>
                  <a:lnTo>
                    <a:pt x="10850580" y="3390905"/>
                  </a:lnTo>
                  <a:lnTo>
                    <a:pt x="10865290" y="3348581"/>
                  </a:lnTo>
                  <a:lnTo>
                    <a:pt x="10874416" y="3303950"/>
                  </a:lnTo>
                  <a:lnTo>
                    <a:pt x="10877550" y="3257423"/>
                  </a:lnTo>
                  <a:lnTo>
                    <a:pt x="10877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6750" y="638175"/>
              <a:ext cx="10877550" cy="3600450"/>
            </a:xfrm>
            <a:custGeom>
              <a:avLst/>
              <a:gdLst/>
              <a:ahLst/>
              <a:cxnLst/>
              <a:rect l="l" t="t" r="r" b="b"/>
              <a:pathLst>
                <a:path w="10877550" h="3600450">
                  <a:moveTo>
                    <a:pt x="343090" y="0"/>
                  </a:moveTo>
                  <a:lnTo>
                    <a:pt x="10877550" y="0"/>
                  </a:lnTo>
                  <a:lnTo>
                    <a:pt x="10877550" y="3257423"/>
                  </a:lnTo>
                  <a:lnTo>
                    <a:pt x="10874416" y="3303950"/>
                  </a:lnTo>
                  <a:lnTo>
                    <a:pt x="10865290" y="3348581"/>
                  </a:lnTo>
                  <a:lnTo>
                    <a:pt x="10850580" y="3390905"/>
                  </a:lnTo>
                  <a:lnTo>
                    <a:pt x="10830696" y="3430514"/>
                  </a:lnTo>
                  <a:lnTo>
                    <a:pt x="10806048" y="3466997"/>
                  </a:lnTo>
                  <a:lnTo>
                    <a:pt x="10777045" y="3499945"/>
                  </a:lnTo>
                  <a:lnTo>
                    <a:pt x="10744097" y="3528948"/>
                  </a:lnTo>
                  <a:lnTo>
                    <a:pt x="10707614" y="3553596"/>
                  </a:lnTo>
                  <a:lnTo>
                    <a:pt x="10668005" y="3573480"/>
                  </a:lnTo>
                  <a:lnTo>
                    <a:pt x="10625681" y="3588190"/>
                  </a:lnTo>
                  <a:lnTo>
                    <a:pt x="10581050" y="3597316"/>
                  </a:lnTo>
                  <a:lnTo>
                    <a:pt x="10534523" y="3600450"/>
                  </a:lnTo>
                  <a:lnTo>
                    <a:pt x="0" y="3600450"/>
                  </a:lnTo>
                  <a:lnTo>
                    <a:pt x="0" y="343026"/>
                  </a:lnTo>
                  <a:lnTo>
                    <a:pt x="3132" y="296472"/>
                  </a:lnTo>
                  <a:lnTo>
                    <a:pt x="12255" y="251824"/>
                  </a:lnTo>
                  <a:lnTo>
                    <a:pt x="26961" y="209490"/>
                  </a:lnTo>
                  <a:lnTo>
                    <a:pt x="46841" y="169878"/>
                  </a:lnTo>
                  <a:lnTo>
                    <a:pt x="71487" y="133398"/>
                  </a:lnTo>
                  <a:lnTo>
                    <a:pt x="100488" y="100456"/>
                  </a:lnTo>
                  <a:lnTo>
                    <a:pt x="133437" y="71463"/>
                  </a:lnTo>
                  <a:lnTo>
                    <a:pt x="169926" y="46825"/>
                  </a:lnTo>
                  <a:lnTo>
                    <a:pt x="209544" y="26951"/>
                  </a:lnTo>
                  <a:lnTo>
                    <a:pt x="251883" y="12250"/>
                  </a:lnTo>
                  <a:lnTo>
                    <a:pt x="296535" y="3130"/>
                  </a:lnTo>
                  <a:lnTo>
                    <a:pt x="343090" y="0"/>
                  </a:lnTo>
                  <a:close/>
                </a:path>
              </a:pathLst>
            </a:custGeom>
            <a:ln w="19050">
              <a:solidFill>
                <a:srgbClr val="B4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50" y="952500"/>
              <a:ext cx="10267696" cy="2971800"/>
            </a:xfrm>
            <a:prstGeom prst="rect">
              <a:avLst/>
            </a:prstGeom>
          </p:spPr>
        </p:pic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719689"/>
            <a:ext cx="8754980" cy="144662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44776" y="4543399"/>
            <a:ext cx="7898765" cy="2103653"/>
          </a:xfrm>
          <a:prstGeom prst="rect">
            <a:avLst/>
          </a:prstGeom>
        </p:spPr>
        <p:txBody>
          <a:bodyPr vert="horz" wrap="square" lIns="0" tIns="3778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75"/>
              </a:spcBef>
            </a:pPr>
            <a:r>
              <a:rPr sz="4800" b="1" spc="-210" dirty="0">
                <a:solidFill>
                  <a:srgbClr val="FFFFFF"/>
                </a:solidFill>
                <a:latin typeface="Arial"/>
                <a:cs typeface="Arial"/>
              </a:rPr>
              <a:t>ADMIN</a:t>
            </a:r>
            <a:r>
              <a:rPr sz="48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800" b="1" spc="-455" dirty="0">
                <a:solidFill>
                  <a:srgbClr val="FFFFFF"/>
                </a:solidFill>
                <a:latin typeface="Arial"/>
                <a:cs typeface="Arial"/>
              </a:rPr>
              <a:t>MENU</a:t>
            </a:r>
            <a:endParaRPr sz="4800" dirty="0">
              <a:latin typeface="Arial"/>
              <a:cs typeface="Arial"/>
            </a:endParaRPr>
          </a:p>
          <a:p>
            <a:pPr marL="12700" marR="5080" indent="6985" algn="ctr">
              <a:lnSpc>
                <a:spcPct val="120800"/>
              </a:lnSpc>
              <a:spcBef>
                <a:spcPts val="685"/>
              </a:spcBef>
            </a:pPr>
            <a:r>
              <a:rPr sz="1600" cap="small" spc="-120" dirty="0">
                <a:solidFill>
                  <a:srgbClr val="82FFFF"/>
                </a:solidFill>
                <a:latin typeface="Arial MT"/>
                <a:cs typeface="Arial MT"/>
              </a:rPr>
              <a:t>A</a:t>
            </a:r>
            <a:r>
              <a:rPr sz="1600" cap="small" spc="-120" dirty="0">
                <a:solidFill>
                  <a:srgbClr val="FFFFFF"/>
                </a:solidFill>
                <a:latin typeface="Arial MT"/>
                <a:cs typeface="Arial MT"/>
              </a:rPr>
              <a:t>dmin</a:t>
            </a:r>
            <a:r>
              <a:rPr sz="1600" cap="small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200" dirty="0">
                <a:solidFill>
                  <a:srgbClr val="FFFFFF"/>
                </a:solidFill>
                <a:latin typeface="Arial MT"/>
                <a:cs typeface="Arial MT"/>
              </a:rPr>
              <a:t>menu</a:t>
            </a:r>
            <a:r>
              <a:rPr sz="1600" cap="small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600" cap="small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305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1600" cap="small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250" dirty="0">
                <a:solidFill>
                  <a:srgbClr val="FFFFFF"/>
                </a:solidFill>
                <a:latin typeface="Arial MT"/>
                <a:cs typeface="Arial MT"/>
              </a:rPr>
              <a:t>accessed</a:t>
            </a:r>
            <a:r>
              <a:rPr sz="1600" cap="small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229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600" cap="small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80" dirty="0">
                <a:solidFill>
                  <a:srgbClr val="FFFFFF"/>
                </a:solidFill>
                <a:latin typeface="Arial MT"/>
                <a:cs typeface="Arial MT"/>
              </a:rPr>
              <a:t>pressing</a:t>
            </a:r>
            <a:r>
              <a:rPr sz="1600" cap="small" spc="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75" dirty="0">
                <a:solidFill>
                  <a:srgbClr val="FFFFFF"/>
                </a:solidFill>
                <a:latin typeface="Arial MT"/>
                <a:cs typeface="Arial MT"/>
              </a:rPr>
              <a:t>"2".</a:t>
            </a:r>
            <a:r>
              <a:rPr sz="1600" cap="small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Arial MT"/>
                <a:cs typeface="Arial MT"/>
              </a:rPr>
              <a:t>admin</a:t>
            </a:r>
            <a:r>
              <a:rPr sz="1600" cap="small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200" dirty="0">
                <a:solidFill>
                  <a:srgbClr val="FFFFFF"/>
                </a:solidFill>
                <a:latin typeface="Arial MT"/>
                <a:cs typeface="Arial MT"/>
              </a:rPr>
              <a:t>menu</a:t>
            </a:r>
            <a:r>
              <a:rPr sz="1600" cap="small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2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600" cap="small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260" dirty="0">
                <a:solidFill>
                  <a:srgbClr val="FFFFFF"/>
                </a:solidFill>
                <a:latin typeface="Arial MT"/>
                <a:cs typeface="Arial MT"/>
              </a:rPr>
              <a:t>secured</a:t>
            </a:r>
            <a:r>
              <a:rPr sz="1600" cap="small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600" cap="small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65" dirty="0">
                <a:solidFill>
                  <a:srgbClr val="FFFFFF"/>
                </a:solidFill>
                <a:latin typeface="Arial MT"/>
                <a:cs typeface="Arial MT"/>
              </a:rPr>
              <a:t>username </a:t>
            </a:r>
            <a:r>
              <a:rPr sz="1600" cap="small" spc="-204" dirty="0">
                <a:solidFill>
                  <a:srgbClr val="FFFFFF"/>
                </a:solidFill>
                <a:latin typeface="Arial MT"/>
                <a:cs typeface="Arial MT"/>
              </a:rPr>
              <a:t>password.</a:t>
            </a:r>
            <a:r>
              <a:rPr sz="1600" cap="small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260" dirty="0">
                <a:solidFill>
                  <a:srgbClr val="FFFFFF"/>
                </a:solidFill>
                <a:latin typeface="Arial MT"/>
                <a:cs typeface="Arial MT"/>
              </a:rPr>
              <a:t>after</a:t>
            </a:r>
            <a:r>
              <a:rPr sz="1600" cap="small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210" dirty="0">
                <a:solidFill>
                  <a:srgbClr val="FFFFFF"/>
                </a:solidFill>
                <a:latin typeface="Arial MT"/>
                <a:cs typeface="Arial MT"/>
              </a:rPr>
              <a:t>entering</a:t>
            </a:r>
            <a:r>
              <a:rPr sz="1600" cap="small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95" dirty="0">
                <a:solidFill>
                  <a:srgbClr val="FFFFFF"/>
                </a:solidFill>
                <a:latin typeface="Arial MT"/>
                <a:cs typeface="Arial MT"/>
              </a:rPr>
              <a:t>login</a:t>
            </a:r>
            <a:r>
              <a:rPr sz="1600" cap="small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225" dirty="0">
                <a:solidFill>
                  <a:srgbClr val="FFFFFF"/>
                </a:solidFill>
                <a:latin typeface="Arial MT"/>
                <a:cs typeface="Arial MT"/>
              </a:rPr>
              <a:t>credential</a:t>
            </a:r>
            <a:r>
              <a:rPr sz="1600" cap="small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Arial MT"/>
                <a:cs typeface="Arial MT"/>
              </a:rPr>
              <a:t>following</a:t>
            </a:r>
            <a:r>
              <a:rPr sz="1600" cap="small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260" dirty="0">
                <a:solidFill>
                  <a:srgbClr val="FFFFFF"/>
                </a:solidFill>
                <a:latin typeface="Arial MT"/>
                <a:cs typeface="Arial MT"/>
              </a:rPr>
              <a:t>screen</a:t>
            </a:r>
            <a:r>
              <a:rPr sz="1600" cap="small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1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1600" cap="small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30" dirty="0">
                <a:solidFill>
                  <a:srgbClr val="FFFFFF"/>
                </a:solidFill>
                <a:latin typeface="Arial MT"/>
                <a:cs typeface="Arial MT"/>
              </a:rPr>
              <a:t>option</a:t>
            </a:r>
            <a:r>
              <a:rPr sz="1600" cap="small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9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600" cap="small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225" dirty="0">
                <a:solidFill>
                  <a:srgbClr val="FFFFFF"/>
                </a:solidFill>
                <a:latin typeface="Arial MT"/>
                <a:cs typeface="Arial MT"/>
              </a:rPr>
              <a:t>displayed</a:t>
            </a:r>
            <a:r>
              <a:rPr sz="1600" cap="small" spc="-125" dirty="0">
                <a:solidFill>
                  <a:srgbClr val="FFFFFF"/>
                </a:solidFill>
                <a:latin typeface="Arial MT"/>
                <a:cs typeface="Arial MT"/>
              </a:rPr>
              <a:t> which</a:t>
            </a:r>
            <a:r>
              <a:rPr sz="1600" cap="small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235" dirty="0">
                <a:solidFill>
                  <a:srgbClr val="FFFFFF"/>
                </a:solidFill>
                <a:latin typeface="Arial MT"/>
                <a:cs typeface="Arial MT"/>
              </a:rPr>
              <a:t>enabled</a:t>
            </a:r>
            <a:r>
              <a:rPr sz="1600" cap="small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20" dirty="0">
                <a:solidFill>
                  <a:srgbClr val="FFFFFF"/>
                </a:solidFill>
                <a:latin typeface="Arial MT"/>
                <a:cs typeface="Arial MT"/>
              </a:rPr>
              <a:t>admin</a:t>
            </a:r>
            <a:r>
              <a:rPr sz="1600" cap="small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600" cap="small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65" dirty="0">
                <a:solidFill>
                  <a:srgbClr val="FFFFFF"/>
                </a:solidFill>
                <a:latin typeface="Arial MT"/>
                <a:cs typeface="Arial MT"/>
              </a:rPr>
              <a:t>add</a:t>
            </a:r>
            <a:r>
              <a:rPr sz="1600" cap="small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220" dirty="0">
                <a:solidFill>
                  <a:srgbClr val="FFFFFF"/>
                </a:solidFill>
                <a:latin typeface="Arial MT"/>
                <a:cs typeface="Arial MT"/>
              </a:rPr>
              <a:t>details</a:t>
            </a:r>
            <a:r>
              <a:rPr sz="1600" cap="small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6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600" cap="small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55" dirty="0">
                <a:solidFill>
                  <a:srgbClr val="FFFFFF"/>
                </a:solidFill>
                <a:latin typeface="Arial MT"/>
                <a:cs typeface="Arial MT"/>
              </a:rPr>
              <a:t>rooms</a:t>
            </a:r>
            <a:r>
              <a:rPr sz="1600" cap="small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60" dirty="0">
                <a:solidFill>
                  <a:srgbClr val="FFFFFF"/>
                </a:solidFill>
                <a:latin typeface="Arial MT"/>
                <a:cs typeface="Arial MT"/>
              </a:rPr>
              <a:t>notifications</a:t>
            </a:r>
            <a:r>
              <a:rPr sz="1600" cap="small" spc="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14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600" cap="small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cap="small" spc="-90" dirty="0">
                <a:solidFill>
                  <a:srgbClr val="FFFFFF"/>
                </a:solidFill>
                <a:latin typeface="Arial MT"/>
                <a:cs typeface="Arial MT"/>
              </a:rPr>
              <a:t>appointments.</a:t>
            </a:r>
            <a:endParaRPr sz="1600" dirty="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2400" y="381000"/>
            <a:ext cx="7310755" cy="2481452"/>
            <a:chOff x="552450" y="561848"/>
            <a:chExt cx="11101705" cy="38246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50" y="561848"/>
              <a:ext cx="11101451" cy="38243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6750" y="638175"/>
              <a:ext cx="10877550" cy="3600450"/>
            </a:xfrm>
            <a:custGeom>
              <a:avLst/>
              <a:gdLst/>
              <a:ahLst/>
              <a:cxnLst/>
              <a:rect l="l" t="t" r="r" b="b"/>
              <a:pathLst>
                <a:path w="10877550" h="3600450">
                  <a:moveTo>
                    <a:pt x="10877550" y="0"/>
                  </a:moveTo>
                  <a:lnTo>
                    <a:pt x="343090" y="0"/>
                  </a:lnTo>
                  <a:lnTo>
                    <a:pt x="296535" y="3130"/>
                  </a:lnTo>
                  <a:lnTo>
                    <a:pt x="251883" y="12250"/>
                  </a:lnTo>
                  <a:lnTo>
                    <a:pt x="209544" y="26951"/>
                  </a:lnTo>
                  <a:lnTo>
                    <a:pt x="169926" y="46825"/>
                  </a:lnTo>
                  <a:lnTo>
                    <a:pt x="133437" y="71463"/>
                  </a:lnTo>
                  <a:lnTo>
                    <a:pt x="100488" y="100456"/>
                  </a:lnTo>
                  <a:lnTo>
                    <a:pt x="71487" y="133398"/>
                  </a:lnTo>
                  <a:lnTo>
                    <a:pt x="46841" y="169878"/>
                  </a:lnTo>
                  <a:lnTo>
                    <a:pt x="26961" y="209490"/>
                  </a:lnTo>
                  <a:lnTo>
                    <a:pt x="12255" y="251824"/>
                  </a:lnTo>
                  <a:lnTo>
                    <a:pt x="3132" y="296472"/>
                  </a:lnTo>
                  <a:lnTo>
                    <a:pt x="0" y="343026"/>
                  </a:lnTo>
                  <a:lnTo>
                    <a:pt x="0" y="3600450"/>
                  </a:lnTo>
                  <a:lnTo>
                    <a:pt x="10534523" y="3600450"/>
                  </a:lnTo>
                  <a:lnTo>
                    <a:pt x="10581050" y="3597316"/>
                  </a:lnTo>
                  <a:lnTo>
                    <a:pt x="10625681" y="3588190"/>
                  </a:lnTo>
                  <a:lnTo>
                    <a:pt x="10668005" y="3573480"/>
                  </a:lnTo>
                  <a:lnTo>
                    <a:pt x="10707614" y="3553596"/>
                  </a:lnTo>
                  <a:lnTo>
                    <a:pt x="10744097" y="3528948"/>
                  </a:lnTo>
                  <a:lnTo>
                    <a:pt x="10777045" y="3499945"/>
                  </a:lnTo>
                  <a:lnTo>
                    <a:pt x="10806048" y="3466997"/>
                  </a:lnTo>
                  <a:lnTo>
                    <a:pt x="10830696" y="3430514"/>
                  </a:lnTo>
                  <a:lnTo>
                    <a:pt x="10850580" y="3390905"/>
                  </a:lnTo>
                  <a:lnTo>
                    <a:pt x="10865290" y="3348581"/>
                  </a:lnTo>
                  <a:lnTo>
                    <a:pt x="10874416" y="3303950"/>
                  </a:lnTo>
                  <a:lnTo>
                    <a:pt x="10877550" y="3257423"/>
                  </a:lnTo>
                  <a:lnTo>
                    <a:pt x="10877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6750" y="638175"/>
              <a:ext cx="10877550" cy="3600450"/>
            </a:xfrm>
            <a:custGeom>
              <a:avLst/>
              <a:gdLst/>
              <a:ahLst/>
              <a:cxnLst/>
              <a:rect l="l" t="t" r="r" b="b"/>
              <a:pathLst>
                <a:path w="10877550" h="3600450">
                  <a:moveTo>
                    <a:pt x="343090" y="0"/>
                  </a:moveTo>
                  <a:lnTo>
                    <a:pt x="10877550" y="0"/>
                  </a:lnTo>
                  <a:lnTo>
                    <a:pt x="10877550" y="3257423"/>
                  </a:lnTo>
                  <a:lnTo>
                    <a:pt x="10874416" y="3303950"/>
                  </a:lnTo>
                  <a:lnTo>
                    <a:pt x="10865290" y="3348581"/>
                  </a:lnTo>
                  <a:lnTo>
                    <a:pt x="10850580" y="3390905"/>
                  </a:lnTo>
                  <a:lnTo>
                    <a:pt x="10830696" y="3430514"/>
                  </a:lnTo>
                  <a:lnTo>
                    <a:pt x="10806048" y="3466997"/>
                  </a:lnTo>
                  <a:lnTo>
                    <a:pt x="10777045" y="3499945"/>
                  </a:lnTo>
                  <a:lnTo>
                    <a:pt x="10744097" y="3528948"/>
                  </a:lnTo>
                  <a:lnTo>
                    <a:pt x="10707614" y="3553596"/>
                  </a:lnTo>
                  <a:lnTo>
                    <a:pt x="10668005" y="3573480"/>
                  </a:lnTo>
                  <a:lnTo>
                    <a:pt x="10625681" y="3588190"/>
                  </a:lnTo>
                  <a:lnTo>
                    <a:pt x="10581050" y="3597316"/>
                  </a:lnTo>
                  <a:lnTo>
                    <a:pt x="10534523" y="3600450"/>
                  </a:lnTo>
                  <a:lnTo>
                    <a:pt x="0" y="3600450"/>
                  </a:lnTo>
                  <a:lnTo>
                    <a:pt x="0" y="343026"/>
                  </a:lnTo>
                  <a:lnTo>
                    <a:pt x="3132" y="296472"/>
                  </a:lnTo>
                  <a:lnTo>
                    <a:pt x="12255" y="251824"/>
                  </a:lnTo>
                  <a:lnTo>
                    <a:pt x="26961" y="209490"/>
                  </a:lnTo>
                  <a:lnTo>
                    <a:pt x="46841" y="169878"/>
                  </a:lnTo>
                  <a:lnTo>
                    <a:pt x="71487" y="133398"/>
                  </a:lnTo>
                  <a:lnTo>
                    <a:pt x="100488" y="100456"/>
                  </a:lnTo>
                  <a:lnTo>
                    <a:pt x="133437" y="71463"/>
                  </a:lnTo>
                  <a:lnTo>
                    <a:pt x="169926" y="46825"/>
                  </a:lnTo>
                  <a:lnTo>
                    <a:pt x="209544" y="26951"/>
                  </a:lnTo>
                  <a:lnTo>
                    <a:pt x="251883" y="12250"/>
                  </a:lnTo>
                  <a:lnTo>
                    <a:pt x="296535" y="3130"/>
                  </a:lnTo>
                  <a:lnTo>
                    <a:pt x="343090" y="0"/>
                  </a:lnTo>
                  <a:close/>
                </a:path>
              </a:pathLst>
            </a:custGeom>
            <a:ln w="19050">
              <a:solidFill>
                <a:srgbClr val="B4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3975" y="952500"/>
              <a:ext cx="4352925" cy="2971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34150" y="952500"/>
              <a:ext cx="4362450" cy="2971800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43" y="3200400"/>
            <a:ext cx="10792464" cy="11958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533400"/>
            <a:ext cx="3650191" cy="164773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1901" y="4907915"/>
            <a:ext cx="8187055" cy="1436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38430" algn="ctr">
              <a:lnSpc>
                <a:spcPct val="100000"/>
              </a:lnSpc>
              <a:spcBef>
                <a:spcPts val="105"/>
              </a:spcBef>
            </a:pPr>
            <a:r>
              <a:rPr sz="4800" b="1" spc="-459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r>
              <a:rPr sz="48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800" b="1" spc="-640" dirty="0">
                <a:solidFill>
                  <a:srgbClr val="FFFFFF"/>
                </a:solidFill>
                <a:latin typeface="Arial"/>
                <a:cs typeface="Arial"/>
              </a:rPr>
              <a:t>DETAILS</a:t>
            </a:r>
            <a:endParaRPr sz="4800" dirty="0">
              <a:latin typeface="Arial"/>
              <a:cs typeface="Arial"/>
            </a:endParaRPr>
          </a:p>
          <a:p>
            <a:pPr marL="2385695" marR="5080" indent="-2373630">
              <a:lnSpc>
                <a:spcPct val="125299"/>
              </a:lnSpc>
              <a:spcBef>
                <a:spcPts val="675"/>
              </a:spcBef>
            </a:pPr>
            <a:r>
              <a:rPr sz="1550" spc="-185" dirty="0">
                <a:solidFill>
                  <a:srgbClr val="FFFFFF"/>
                </a:solidFill>
                <a:latin typeface="Arial MT"/>
                <a:cs typeface="Arial MT"/>
              </a:rPr>
              <a:t>UNIVERSITY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15" dirty="0">
                <a:solidFill>
                  <a:srgbClr val="FFFFFF"/>
                </a:solidFill>
                <a:latin typeface="Arial MT"/>
                <a:cs typeface="Arial MT"/>
              </a:rPr>
              <a:t>DETAILS</a:t>
            </a:r>
            <a:r>
              <a:rPr sz="15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9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55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85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29" dirty="0">
                <a:solidFill>
                  <a:srgbClr val="FFFFFF"/>
                </a:solidFill>
                <a:latin typeface="Arial MT"/>
                <a:cs typeface="Arial MT"/>
              </a:rPr>
              <a:t>ACCESSED</a:t>
            </a:r>
            <a:r>
              <a:rPr sz="15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5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85" dirty="0">
                <a:solidFill>
                  <a:srgbClr val="FFFFFF"/>
                </a:solidFill>
                <a:latin typeface="Arial MT"/>
                <a:cs typeface="Arial MT"/>
              </a:rPr>
              <a:t>PRESSING</a:t>
            </a:r>
            <a:r>
              <a:rPr sz="15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"3".</a:t>
            </a:r>
            <a:r>
              <a:rPr sz="1550" spc="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7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5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90" dirty="0">
                <a:solidFill>
                  <a:srgbClr val="FFFFFF"/>
                </a:solidFill>
                <a:latin typeface="Arial MT"/>
                <a:cs typeface="Arial MT"/>
              </a:rPr>
              <a:t>DISPLAYS</a:t>
            </a:r>
            <a:r>
              <a:rPr sz="15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215" dirty="0">
                <a:solidFill>
                  <a:srgbClr val="FFFFFF"/>
                </a:solidFill>
                <a:latin typeface="Arial MT"/>
                <a:cs typeface="Arial MT"/>
              </a:rPr>
              <a:t>DETAILS</a:t>
            </a:r>
            <a:r>
              <a:rPr sz="15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5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35" dirty="0">
                <a:solidFill>
                  <a:srgbClr val="FFFFFF"/>
                </a:solidFill>
                <a:latin typeface="Arial MT"/>
                <a:cs typeface="Arial MT"/>
              </a:rPr>
              <a:t>UNIVERSITY </a:t>
            </a:r>
            <a:r>
              <a:rPr sz="1550" spc="-180" dirty="0">
                <a:solidFill>
                  <a:srgbClr val="FFFFFF"/>
                </a:solidFill>
                <a:latin typeface="Arial MT"/>
                <a:cs typeface="Arial MT"/>
              </a:rPr>
              <a:t>SUCH</a:t>
            </a:r>
            <a:r>
              <a:rPr sz="15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65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35" dirty="0">
                <a:solidFill>
                  <a:srgbClr val="FFFFFF"/>
                </a:solidFill>
                <a:latin typeface="Arial MT"/>
                <a:cs typeface="Arial MT"/>
              </a:rPr>
              <a:t>NAME</a:t>
            </a:r>
            <a:r>
              <a:rPr sz="155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550" spc="3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120" dirty="0">
                <a:solidFill>
                  <a:srgbClr val="FFFFFF"/>
                </a:solidFill>
                <a:latin typeface="Arial MT"/>
                <a:cs typeface="Arial MT"/>
              </a:rPr>
              <a:t>LOCATION</a:t>
            </a:r>
            <a:r>
              <a:rPr sz="155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9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5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50" spc="-40" dirty="0">
                <a:solidFill>
                  <a:srgbClr val="FFFFFF"/>
                </a:solidFill>
                <a:latin typeface="Arial MT"/>
                <a:cs typeface="Arial MT"/>
              </a:rPr>
              <a:t>CONTACT.</a:t>
            </a:r>
            <a:endParaRPr sz="1550" dirty="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982576" y="561848"/>
            <a:ext cx="6580773" cy="2028952"/>
            <a:chOff x="552450" y="561848"/>
            <a:chExt cx="11101705" cy="38246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50" y="561848"/>
              <a:ext cx="11101451" cy="38243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66750" y="638175"/>
              <a:ext cx="10877550" cy="3600450"/>
            </a:xfrm>
            <a:custGeom>
              <a:avLst/>
              <a:gdLst/>
              <a:ahLst/>
              <a:cxnLst/>
              <a:rect l="l" t="t" r="r" b="b"/>
              <a:pathLst>
                <a:path w="10877550" h="3600450">
                  <a:moveTo>
                    <a:pt x="10877550" y="0"/>
                  </a:moveTo>
                  <a:lnTo>
                    <a:pt x="343090" y="0"/>
                  </a:lnTo>
                  <a:lnTo>
                    <a:pt x="296535" y="3130"/>
                  </a:lnTo>
                  <a:lnTo>
                    <a:pt x="251883" y="12250"/>
                  </a:lnTo>
                  <a:lnTo>
                    <a:pt x="209544" y="26951"/>
                  </a:lnTo>
                  <a:lnTo>
                    <a:pt x="169926" y="46825"/>
                  </a:lnTo>
                  <a:lnTo>
                    <a:pt x="133437" y="71463"/>
                  </a:lnTo>
                  <a:lnTo>
                    <a:pt x="100488" y="100456"/>
                  </a:lnTo>
                  <a:lnTo>
                    <a:pt x="71487" y="133398"/>
                  </a:lnTo>
                  <a:lnTo>
                    <a:pt x="46841" y="169878"/>
                  </a:lnTo>
                  <a:lnTo>
                    <a:pt x="26961" y="209490"/>
                  </a:lnTo>
                  <a:lnTo>
                    <a:pt x="12255" y="251824"/>
                  </a:lnTo>
                  <a:lnTo>
                    <a:pt x="3132" y="296472"/>
                  </a:lnTo>
                  <a:lnTo>
                    <a:pt x="0" y="343026"/>
                  </a:lnTo>
                  <a:lnTo>
                    <a:pt x="0" y="3600450"/>
                  </a:lnTo>
                  <a:lnTo>
                    <a:pt x="10534523" y="3600450"/>
                  </a:lnTo>
                  <a:lnTo>
                    <a:pt x="10581050" y="3597316"/>
                  </a:lnTo>
                  <a:lnTo>
                    <a:pt x="10625681" y="3588190"/>
                  </a:lnTo>
                  <a:lnTo>
                    <a:pt x="10668005" y="3573480"/>
                  </a:lnTo>
                  <a:lnTo>
                    <a:pt x="10707614" y="3553596"/>
                  </a:lnTo>
                  <a:lnTo>
                    <a:pt x="10744097" y="3528948"/>
                  </a:lnTo>
                  <a:lnTo>
                    <a:pt x="10777045" y="3499945"/>
                  </a:lnTo>
                  <a:lnTo>
                    <a:pt x="10806048" y="3466997"/>
                  </a:lnTo>
                  <a:lnTo>
                    <a:pt x="10830696" y="3430514"/>
                  </a:lnTo>
                  <a:lnTo>
                    <a:pt x="10850580" y="3390905"/>
                  </a:lnTo>
                  <a:lnTo>
                    <a:pt x="10865290" y="3348581"/>
                  </a:lnTo>
                  <a:lnTo>
                    <a:pt x="10874416" y="3303950"/>
                  </a:lnTo>
                  <a:lnTo>
                    <a:pt x="10877550" y="3257423"/>
                  </a:lnTo>
                  <a:lnTo>
                    <a:pt x="10877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6750" y="638175"/>
              <a:ext cx="10877550" cy="3600450"/>
            </a:xfrm>
            <a:custGeom>
              <a:avLst/>
              <a:gdLst/>
              <a:ahLst/>
              <a:cxnLst/>
              <a:rect l="l" t="t" r="r" b="b"/>
              <a:pathLst>
                <a:path w="10877550" h="3600450">
                  <a:moveTo>
                    <a:pt x="343090" y="0"/>
                  </a:moveTo>
                  <a:lnTo>
                    <a:pt x="10877550" y="0"/>
                  </a:lnTo>
                  <a:lnTo>
                    <a:pt x="10877550" y="3257423"/>
                  </a:lnTo>
                  <a:lnTo>
                    <a:pt x="10874416" y="3303950"/>
                  </a:lnTo>
                  <a:lnTo>
                    <a:pt x="10865290" y="3348581"/>
                  </a:lnTo>
                  <a:lnTo>
                    <a:pt x="10850580" y="3390905"/>
                  </a:lnTo>
                  <a:lnTo>
                    <a:pt x="10830696" y="3430514"/>
                  </a:lnTo>
                  <a:lnTo>
                    <a:pt x="10806048" y="3466997"/>
                  </a:lnTo>
                  <a:lnTo>
                    <a:pt x="10777045" y="3499945"/>
                  </a:lnTo>
                  <a:lnTo>
                    <a:pt x="10744097" y="3528948"/>
                  </a:lnTo>
                  <a:lnTo>
                    <a:pt x="10707614" y="3553596"/>
                  </a:lnTo>
                  <a:lnTo>
                    <a:pt x="10668005" y="3573480"/>
                  </a:lnTo>
                  <a:lnTo>
                    <a:pt x="10625681" y="3588190"/>
                  </a:lnTo>
                  <a:lnTo>
                    <a:pt x="10581050" y="3597316"/>
                  </a:lnTo>
                  <a:lnTo>
                    <a:pt x="10534523" y="3600450"/>
                  </a:lnTo>
                  <a:lnTo>
                    <a:pt x="0" y="3600450"/>
                  </a:lnTo>
                  <a:lnTo>
                    <a:pt x="0" y="343026"/>
                  </a:lnTo>
                  <a:lnTo>
                    <a:pt x="3132" y="296472"/>
                  </a:lnTo>
                  <a:lnTo>
                    <a:pt x="12255" y="251824"/>
                  </a:lnTo>
                  <a:lnTo>
                    <a:pt x="26961" y="209490"/>
                  </a:lnTo>
                  <a:lnTo>
                    <a:pt x="46841" y="169878"/>
                  </a:lnTo>
                  <a:lnTo>
                    <a:pt x="71487" y="133398"/>
                  </a:lnTo>
                  <a:lnTo>
                    <a:pt x="100488" y="100456"/>
                  </a:lnTo>
                  <a:lnTo>
                    <a:pt x="133437" y="71463"/>
                  </a:lnTo>
                  <a:lnTo>
                    <a:pt x="169926" y="46825"/>
                  </a:lnTo>
                  <a:lnTo>
                    <a:pt x="209544" y="26951"/>
                  </a:lnTo>
                  <a:lnTo>
                    <a:pt x="251883" y="12250"/>
                  </a:lnTo>
                  <a:lnTo>
                    <a:pt x="296535" y="3130"/>
                  </a:lnTo>
                  <a:lnTo>
                    <a:pt x="343090" y="0"/>
                  </a:lnTo>
                  <a:close/>
                </a:path>
              </a:pathLst>
            </a:custGeom>
            <a:ln w="19050">
              <a:solidFill>
                <a:srgbClr val="B4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550" y="952500"/>
              <a:ext cx="10267950" cy="2971800"/>
            </a:xfrm>
            <a:prstGeom prst="rect">
              <a:avLst/>
            </a:prstGeom>
          </p:spPr>
        </p:pic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0874"/>
            <a:ext cx="4032812" cy="292704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" y="0"/>
            <a:ext cx="1164431" cy="23717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552825"/>
            <a:ext cx="219075" cy="6572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4486275"/>
            <a:ext cx="1202690" cy="2371725"/>
            <a:chOff x="0" y="4486275"/>
            <a:chExt cx="1202690" cy="237172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6275"/>
              <a:ext cx="23812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075" y="4867275"/>
              <a:ext cx="983239" cy="199072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70691" y="0"/>
            <a:ext cx="535559" cy="6286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534775" y="5553075"/>
            <a:ext cx="504825" cy="12954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30025" y="9525"/>
            <a:ext cx="381000" cy="172402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76200"/>
            <a:ext cx="12192000" cy="6858000"/>
            <a:chOff x="0" y="0"/>
            <a:chExt cx="12192000" cy="6858000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39525" y="4867275"/>
              <a:ext cx="390525" cy="19812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509394" y="4975796"/>
            <a:ext cx="9544050" cy="1351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15340">
              <a:lnSpc>
                <a:spcPct val="100000"/>
              </a:lnSpc>
              <a:spcBef>
                <a:spcPts val="125"/>
              </a:spcBef>
            </a:pPr>
            <a:r>
              <a:rPr sz="2900" b="1" u="sng" spc="-3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SELECTING</a:t>
            </a:r>
            <a:r>
              <a:rPr sz="2900" b="1" u="sng" spc="-2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900" b="1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AN</a:t>
            </a:r>
            <a:r>
              <a:rPr sz="2900" b="1" u="sng" spc="-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900" b="1" u="sng" spc="-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OPTION</a:t>
            </a:r>
            <a:r>
              <a:rPr sz="2900" b="1" u="sng" spc="-1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900" b="1" u="sng" spc="-2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FROM</a:t>
            </a:r>
            <a:r>
              <a:rPr sz="29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2900" b="1" u="sng" spc="-3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STUDENT </a:t>
            </a:r>
            <a:r>
              <a:rPr sz="2900" b="1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MENU</a:t>
            </a:r>
            <a:endParaRPr sz="2900">
              <a:latin typeface="Arial"/>
              <a:cs typeface="Arial"/>
            </a:endParaRPr>
          </a:p>
          <a:p>
            <a:pPr marL="1861820" marR="5080" indent="-1849120">
              <a:lnSpc>
                <a:spcPct val="119000"/>
              </a:lnSpc>
              <a:spcBef>
                <a:spcPts val="1220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20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5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20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30" dirty="0">
                <a:solidFill>
                  <a:srgbClr val="FFFFFF"/>
                </a:solidFill>
                <a:latin typeface="Arial MT"/>
                <a:cs typeface="Arial MT"/>
              </a:rPr>
              <a:t>select</a:t>
            </a:r>
            <a:r>
              <a:rPr sz="20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Notification</a:t>
            </a:r>
            <a:r>
              <a:rPr sz="200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30" dirty="0">
                <a:solidFill>
                  <a:srgbClr val="FFFFFF"/>
                </a:solidFill>
                <a:latin typeface="Arial MT"/>
                <a:cs typeface="Arial MT"/>
              </a:rPr>
              <a:t>Student</a:t>
            </a:r>
            <a:r>
              <a:rPr sz="2000" spc="-1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65" dirty="0">
                <a:solidFill>
                  <a:srgbClr val="FFFFFF"/>
                </a:solidFill>
                <a:latin typeface="Arial MT"/>
                <a:cs typeface="Arial MT"/>
              </a:rPr>
              <a:t>Menu</a:t>
            </a:r>
            <a:r>
              <a:rPr sz="20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Arial MT"/>
                <a:cs typeface="Arial MT"/>
              </a:rPr>
              <a:t>following</a:t>
            </a:r>
            <a:r>
              <a:rPr sz="200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70" dirty="0">
                <a:solidFill>
                  <a:srgbClr val="FFFFFF"/>
                </a:solidFill>
                <a:latin typeface="Arial MT"/>
                <a:cs typeface="Arial MT"/>
              </a:rPr>
              <a:t>screen</a:t>
            </a:r>
            <a:r>
              <a:rPr sz="200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7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displayed</a:t>
            </a:r>
            <a:r>
              <a:rPr sz="2000" spc="-1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2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display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2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new </a:t>
            </a:r>
            <a:r>
              <a:rPr sz="2000" spc="-95" dirty="0">
                <a:solidFill>
                  <a:srgbClr val="FFFFFF"/>
                </a:solidFill>
                <a:latin typeface="Arial MT"/>
                <a:cs typeface="Arial MT"/>
              </a:rPr>
              <a:t>notifications</a:t>
            </a:r>
            <a:r>
              <a:rPr sz="20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55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2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6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45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modified</a:t>
            </a:r>
            <a:r>
              <a:rPr sz="20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added</a:t>
            </a:r>
            <a:r>
              <a:rPr sz="20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admin.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0"/>
            <a:ext cx="12234988" cy="6858000"/>
            <a:chOff x="0" y="0"/>
            <a:chExt cx="12234988" cy="6858000"/>
          </a:xfrm>
        </p:grpSpPr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10237" y="314325"/>
              <a:ext cx="7024751" cy="3752978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575" y="0"/>
              <a:ext cx="1164431" cy="23717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25" y="3552825"/>
              <a:ext cx="228600" cy="6572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19" name="object 19"/>
            <p:cNvSpPr/>
            <p:nvPr/>
          </p:nvSpPr>
          <p:spPr>
            <a:xfrm>
              <a:off x="14287" y="1435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1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0" y="4486275"/>
              <a:ext cx="257175" cy="236220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8125" y="4867275"/>
              <a:ext cx="974146" cy="199072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1733550"/>
            <a:ext cx="5631337" cy="160019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5" y="0"/>
            <a:ext cx="1164431" cy="23717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552825"/>
            <a:ext cx="219075" cy="6572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4486275"/>
            <a:ext cx="1202690" cy="2371725"/>
            <a:chOff x="0" y="4486275"/>
            <a:chExt cx="1202690" cy="237172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4486275"/>
              <a:ext cx="238125" cy="2362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075" y="4867275"/>
              <a:ext cx="983239" cy="199072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70691" y="0"/>
            <a:ext cx="535559" cy="6286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534775" y="5553075"/>
            <a:ext cx="504825" cy="12954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30025" y="9525"/>
            <a:ext cx="381000" cy="172402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39525" y="4867275"/>
              <a:ext cx="390525" cy="19812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030476" y="5168900"/>
            <a:ext cx="772731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1" u="sng" spc="-409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SELECTING</a:t>
            </a:r>
            <a:r>
              <a:rPr sz="3200" b="1" u="sng" spc="-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AN</a:t>
            </a:r>
            <a:r>
              <a:rPr sz="3200" b="1" u="sng" spc="-1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spc="-20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OPTION</a:t>
            </a:r>
            <a:r>
              <a:rPr sz="3200" b="1" u="sng" spc="-1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spc="-3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FROM</a:t>
            </a:r>
            <a:r>
              <a:rPr sz="3200" b="1" u="sng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spc="-1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ADMIN</a:t>
            </a:r>
            <a:r>
              <a:rPr sz="3200" b="1" u="sng" spc="-1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spc="-2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MENU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8080" y="5677278"/>
            <a:ext cx="10067925" cy="75120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20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5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20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25" dirty="0">
                <a:solidFill>
                  <a:srgbClr val="FFFFFF"/>
                </a:solidFill>
                <a:latin typeface="Arial MT"/>
                <a:cs typeface="Arial MT"/>
              </a:rPr>
              <a:t>select</a:t>
            </a:r>
            <a:r>
              <a:rPr sz="20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95" dirty="0">
                <a:solidFill>
                  <a:srgbClr val="FFFFFF"/>
                </a:solidFill>
                <a:latin typeface="Arial MT"/>
                <a:cs typeface="Arial MT"/>
              </a:rPr>
              <a:t>appointment</a:t>
            </a:r>
            <a:r>
              <a:rPr sz="2000" spc="-2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85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0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50" dirty="0">
                <a:solidFill>
                  <a:srgbClr val="FFFFFF"/>
                </a:solidFill>
                <a:latin typeface="Arial MT"/>
                <a:cs typeface="Arial MT"/>
              </a:rPr>
              <a:t>Admin</a:t>
            </a:r>
            <a:r>
              <a:rPr sz="20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70" dirty="0">
                <a:solidFill>
                  <a:srgbClr val="FFFFFF"/>
                </a:solidFill>
                <a:latin typeface="Arial MT"/>
                <a:cs typeface="Arial MT"/>
              </a:rPr>
              <a:t>Menu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 following</a:t>
            </a:r>
            <a:r>
              <a:rPr sz="20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60" dirty="0">
                <a:solidFill>
                  <a:srgbClr val="FFFFFF"/>
                </a:solidFill>
                <a:latin typeface="Arial MT"/>
                <a:cs typeface="Arial MT"/>
              </a:rPr>
              <a:t>screen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7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displayed</a:t>
            </a:r>
            <a:r>
              <a:rPr sz="20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6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2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120" dirty="0">
                <a:solidFill>
                  <a:srgbClr val="FFFFFF"/>
                </a:solidFill>
                <a:latin typeface="Arial MT"/>
                <a:cs typeface="Arial MT"/>
              </a:rPr>
              <a:t>contain</a:t>
            </a:r>
            <a:r>
              <a:rPr sz="2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Appointment</a:t>
            </a:r>
            <a:endParaRPr sz="2000">
              <a:latin typeface="Arial MT"/>
              <a:cs typeface="Arial MT"/>
            </a:endParaRPr>
          </a:p>
          <a:p>
            <a:pPr marL="10795" algn="ctr">
              <a:lnSpc>
                <a:spcPct val="100000"/>
              </a:lnSpc>
              <a:spcBef>
                <a:spcPts val="455"/>
              </a:spcBef>
            </a:pPr>
            <a:r>
              <a:rPr sz="2000" spc="-140" dirty="0">
                <a:solidFill>
                  <a:srgbClr val="FFFFFF"/>
                </a:solidFill>
                <a:latin typeface="Arial MT"/>
                <a:cs typeface="Arial MT"/>
              </a:rPr>
              <a:t>requests</a:t>
            </a:r>
            <a:r>
              <a:rPr sz="20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8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students.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0"/>
            <a:ext cx="1212271" cy="6858000"/>
            <a:chOff x="0" y="0"/>
            <a:chExt cx="1212271" cy="6858000"/>
          </a:xfrm>
        </p:grpSpPr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575" y="0"/>
              <a:ext cx="1164431" cy="23717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25" y="3552825"/>
              <a:ext cx="228600" cy="65722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4287" y="1435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1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4486275"/>
              <a:ext cx="257175" cy="23622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8125" y="4867275"/>
              <a:ext cx="974146" cy="1990725"/>
            </a:xfrm>
            <a:prstGeom prst="rect">
              <a:avLst/>
            </a:prstGeom>
          </p:spPr>
        </p:pic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843497"/>
            <a:ext cx="6781800" cy="3839784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863" y="2209800"/>
            <a:ext cx="5723073" cy="2572817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66724" y="0"/>
              <a:ext cx="295275" cy="1152525"/>
            </a:xfrm>
            <a:custGeom>
              <a:avLst/>
              <a:gdLst/>
              <a:ahLst/>
              <a:cxnLst/>
              <a:rect l="l" t="t" r="r" b="b"/>
              <a:pathLst>
                <a:path w="295275" h="1152525">
                  <a:moveTo>
                    <a:pt x="23558" y="0"/>
                  </a:moveTo>
                  <a:lnTo>
                    <a:pt x="0" y="0"/>
                  </a:lnTo>
                  <a:lnTo>
                    <a:pt x="0" y="507238"/>
                  </a:lnTo>
                  <a:lnTo>
                    <a:pt x="276428" y="1152525"/>
                  </a:lnTo>
                  <a:lnTo>
                    <a:pt x="295275" y="1143000"/>
                  </a:lnTo>
                  <a:lnTo>
                    <a:pt x="23558" y="502538"/>
                  </a:lnTo>
                  <a:lnTo>
                    <a:pt x="23558" y="0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849" y="1143000"/>
              <a:ext cx="152400" cy="152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499" y="1790700"/>
              <a:ext cx="180975" cy="190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71475" y="0"/>
              <a:ext cx="304800" cy="1800225"/>
            </a:xfrm>
            <a:custGeom>
              <a:avLst/>
              <a:gdLst/>
              <a:ahLst/>
              <a:cxnLst/>
              <a:rect l="l" t="t" r="r" b="b"/>
              <a:pathLst>
                <a:path w="304800" h="1800225">
                  <a:moveTo>
                    <a:pt x="28282" y="0"/>
                  </a:moveTo>
                  <a:lnTo>
                    <a:pt x="0" y="0"/>
                  </a:lnTo>
                  <a:lnTo>
                    <a:pt x="0" y="1238758"/>
                  </a:lnTo>
                  <a:lnTo>
                    <a:pt x="276517" y="1519427"/>
                  </a:lnTo>
                  <a:lnTo>
                    <a:pt x="276517" y="1800225"/>
                  </a:lnTo>
                  <a:lnTo>
                    <a:pt x="304800" y="1800225"/>
                  </a:lnTo>
                  <a:lnTo>
                    <a:pt x="304800" y="1510029"/>
                  </a:lnTo>
                  <a:lnTo>
                    <a:pt x="28282" y="1229233"/>
                  </a:lnTo>
                  <a:lnTo>
                    <a:pt x="28282" y="0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1049" y="247650"/>
              <a:ext cx="190500" cy="1809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66775" y="0"/>
              <a:ext cx="10753725" cy="514350"/>
            </a:xfrm>
            <a:custGeom>
              <a:avLst/>
              <a:gdLst/>
              <a:ahLst/>
              <a:cxnLst/>
              <a:rect l="l" t="t" r="r" b="b"/>
              <a:pathLst>
                <a:path w="10753725" h="514350">
                  <a:moveTo>
                    <a:pt x="28575" y="0"/>
                  </a:moveTo>
                  <a:lnTo>
                    <a:pt x="0" y="0"/>
                  </a:lnTo>
                  <a:lnTo>
                    <a:pt x="0" y="257175"/>
                  </a:lnTo>
                  <a:lnTo>
                    <a:pt x="28575" y="257175"/>
                  </a:lnTo>
                  <a:lnTo>
                    <a:pt x="28575" y="0"/>
                  </a:lnTo>
                  <a:close/>
                </a:path>
                <a:path w="10753725" h="514350">
                  <a:moveTo>
                    <a:pt x="10753725" y="9525"/>
                  </a:moveTo>
                  <a:lnTo>
                    <a:pt x="10729849" y="0"/>
                  </a:lnTo>
                  <a:lnTo>
                    <a:pt x="10658094" y="171958"/>
                  </a:lnTo>
                  <a:lnTo>
                    <a:pt x="10334625" y="499999"/>
                  </a:lnTo>
                  <a:lnTo>
                    <a:pt x="10353802" y="514350"/>
                  </a:lnTo>
                  <a:lnTo>
                    <a:pt x="10681970" y="186309"/>
                  </a:lnTo>
                  <a:lnTo>
                    <a:pt x="10753725" y="9525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94021" y="476250"/>
              <a:ext cx="145478" cy="152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53800" y="1543050"/>
              <a:ext cx="190500" cy="1905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52450" y="9524"/>
              <a:ext cx="11182350" cy="6838950"/>
            </a:xfrm>
            <a:custGeom>
              <a:avLst/>
              <a:gdLst/>
              <a:ahLst/>
              <a:cxnLst/>
              <a:rect l="l" t="t" r="r" b="b"/>
              <a:pathLst>
                <a:path w="11182350" h="6838950">
                  <a:moveTo>
                    <a:pt x="419100" y="6338925"/>
                  </a:moveTo>
                  <a:lnTo>
                    <a:pt x="399973" y="6324600"/>
                  </a:lnTo>
                  <a:lnTo>
                    <a:pt x="71704" y="6652641"/>
                  </a:lnTo>
                  <a:lnTo>
                    <a:pt x="0" y="6829399"/>
                  </a:lnTo>
                  <a:lnTo>
                    <a:pt x="23901" y="6838950"/>
                  </a:lnTo>
                  <a:lnTo>
                    <a:pt x="95618" y="6666966"/>
                  </a:lnTo>
                  <a:lnTo>
                    <a:pt x="419100" y="6338925"/>
                  </a:lnTo>
                  <a:close/>
                </a:path>
                <a:path w="11182350" h="6838950">
                  <a:moveTo>
                    <a:pt x="11182350" y="0"/>
                  </a:moveTo>
                  <a:lnTo>
                    <a:pt x="11153775" y="0"/>
                  </a:lnTo>
                  <a:lnTo>
                    <a:pt x="11153775" y="973709"/>
                  </a:lnTo>
                  <a:lnTo>
                    <a:pt x="10877550" y="1252855"/>
                  </a:lnTo>
                  <a:lnTo>
                    <a:pt x="10877550" y="1543050"/>
                  </a:lnTo>
                  <a:lnTo>
                    <a:pt x="10901426" y="1543050"/>
                  </a:lnTo>
                  <a:lnTo>
                    <a:pt x="10901426" y="1262380"/>
                  </a:lnTo>
                  <a:lnTo>
                    <a:pt x="11182350" y="983234"/>
                  </a:lnTo>
                  <a:lnTo>
                    <a:pt x="11182350" y="0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3449" y="6219825"/>
              <a:ext cx="154565" cy="1524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8174" y="5114925"/>
              <a:ext cx="190500" cy="1905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8150" y="5295900"/>
              <a:ext cx="11296650" cy="1552575"/>
            </a:xfrm>
            <a:custGeom>
              <a:avLst/>
              <a:gdLst/>
              <a:ahLst/>
              <a:cxnLst/>
              <a:rect l="l" t="t" r="r" b="b"/>
              <a:pathLst>
                <a:path w="11296650" h="1552575">
                  <a:moveTo>
                    <a:pt x="304800" y="0"/>
                  </a:moveTo>
                  <a:lnTo>
                    <a:pt x="280987" y="0"/>
                  </a:lnTo>
                  <a:lnTo>
                    <a:pt x="280987" y="282448"/>
                  </a:lnTo>
                  <a:lnTo>
                    <a:pt x="0" y="563270"/>
                  </a:lnTo>
                  <a:lnTo>
                    <a:pt x="0" y="1552575"/>
                  </a:lnTo>
                  <a:lnTo>
                    <a:pt x="28575" y="1552575"/>
                  </a:lnTo>
                  <a:lnTo>
                    <a:pt x="28575" y="572846"/>
                  </a:lnTo>
                  <a:lnTo>
                    <a:pt x="304800" y="291973"/>
                  </a:lnTo>
                  <a:lnTo>
                    <a:pt x="304800" y="0"/>
                  </a:lnTo>
                  <a:close/>
                </a:path>
                <a:path w="11296650" h="1552575">
                  <a:moveTo>
                    <a:pt x="11296650" y="1045273"/>
                  </a:moveTo>
                  <a:lnTo>
                    <a:pt x="11020171" y="400050"/>
                  </a:lnTo>
                  <a:lnTo>
                    <a:pt x="11001375" y="409562"/>
                  </a:lnTo>
                  <a:lnTo>
                    <a:pt x="11273028" y="1050036"/>
                  </a:lnTo>
                  <a:lnTo>
                    <a:pt x="11273028" y="1552575"/>
                  </a:lnTo>
                  <a:lnTo>
                    <a:pt x="11296650" y="1552575"/>
                  </a:lnTo>
                  <a:lnTo>
                    <a:pt x="11296650" y="1045273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34750" y="5553075"/>
              <a:ext cx="161925" cy="1524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39525" y="4867275"/>
              <a:ext cx="190500" cy="1905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229975" y="5048250"/>
              <a:ext cx="600075" cy="1800225"/>
            </a:xfrm>
            <a:custGeom>
              <a:avLst/>
              <a:gdLst/>
              <a:ahLst/>
              <a:cxnLst/>
              <a:rect l="l" t="t" r="r" b="b"/>
              <a:pathLst>
                <a:path w="600075" h="1800225">
                  <a:moveTo>
                    <a:pt x="190500" y="1466850"/>
                  </a:moveTo>
                  <a:lnTo>
                    <a:pt x="182981" y="1429867"/>
                  </a:lnTo>
                  <a:lnTo>
                    <a:pt x="171450" y="1412798"/>
                  </a:lnTo>
                  <a:lnTo>
                    <a:pt x="171450" y="1466850"/>
                  </a:lnTo>
                  <a:lnTo>
                    <a:pt x="164896" y="1496847"/>
                  </a:lnTo>
                  <a:lnTo>
                    <a:pt x="147637" y="1521028"/>
                  </a:lnTo>
                  <a:lnTo>
                    <a:pt x="123228" y="1537182"/>
                  </a:lnTo>
                  <a:lnTo>
                    <a:pt x="95250" y="1543050"/>
                  </a:lnTo>
                  <a:lnTo>
                    <a:pt x="65278" y="1537182"/>
                  </a:lnTo>
                  <a:lnTo>
                    <a:pt x="41097" y="1521028"/>
                  </a:lnTo>
                  <a:lnTo>
                    <a:pt x="24930" y="1496847"/>
                  </a:lnTo>
                  <a:lnTo>
                    <a:pt x="19050" y="1466850"/>
                  </a:lnTo>
                  <a:lnTo>
                    <a:pt x="24930" y="1436865"/>
                  </a:lnTo>
                  <a:lnTo>
                    <a:pt x="41097" y="1412684"/>
                  </a:lnTo>
                  <a:lnTo>
                    <a:pt x="65278" y="1396530"/>
                  </a:lnTo>
                  <a:lnTo>
                    <a:pt x="95250" y="1390650"/>
                  </a:lnTo>
                  <a:lnTo>
                    <a:pt x="123228" y="1396530"/>
                  </a:lnTo>
                  <a:lnTo>
                    <a:pt x="147637" y="1412684"/>
                  </a:lnTo>
                  <a:lnTo>
                    <a:pt x="164896" y="1436865"/>
                  </a:lnTo>
                  <a:lnTo>
                    <a:pt x="171450" y="1466850"/>
                  </a:lnTo>
                  <a:lnTo>
                    <a:pt x="171450" y="1412798"/>
                  </a:lnTo>
                  <a:lnTo>
                    <a:pt x="162534" y="1399590"/>
                  </a:lnTo>
                  <a:lnTo>
                    <a:pt x="149326" y="1390650"/>
                  </a:lnTo>
                  <a:lnTo>
                    <a:pt x="132257" y="1379118"/>
                  </a:lnTo>
                  <a:lnTo>
                    <a:pt x="95250" y="1371600"/>
                  </a:lnTo>
                  <a:lnTo>
                    <a:pt x="58293" y="1379118"/>
                  </a:lnTo>
                  <a:lnTo>
                    <a:pt x="28003" y="1399590"/>
                  </a:lnTo>
                  <a:lnTo>
                    <a:pt x="7518" y="1429867"/>
                  </a:lnTo>
                  <a:lnTo>
                    <a:pt x="0" y="1466850"/>
                  </a:lnTo>
                  <a:lnTo>
                    <a:pt x="7518" y="1503845"/>
                  </a:lnTo>
                  <a:lnTo>
                    <a:pt x="27990" y="1534121"/>
                  </a:lnTo>
                  <a:lnTo>
                    <a:pt x="58280" y="1554594"/>
                  </a:lnTo>
                  <a:lnTo>
                    <a:pt x="76200" y="1558239"/>
                  </a:lnTo>
                  <a:lnTo>
                    <a:pt x="76200" y="1800225"/>
                  </a:lnTo>
                  <a:lnTo>
                    <a:pt x="95250" y="1800225"/>
                  </a:lnTo>
                  <a:lnTo>
                    <a:pt x="95250" y="1562100"/>
                  </a:lnTo>
                  <a:lnTo>
                    <a:pt x="132257" y="1554594"/>
                  </a:lnTo>
                  <a:lnTo>
                    <a:pt x="149326" y="1543050"/>
                  </a:lnTo>
                  <a:lnTo>
                    <a:pt x="162534" y="1534121"/>
                  </a:lnTo>
                  <a:lnTo>
                    <a:pt x="182981" y="1503845"/>
                  </a:lnTo>
                  <a:lnTo>
                    <a:pt x="190500" y="1466850"/>
                  </a:lnTo>
                  <a:close/>
                </a:path>
                <a:path w="600075" h="1800225">
                  <a:moveTo>
                    <a:pt x="600075" y="561479"/>
                  </a:moveTo>
                  <a:lnTo>
                    <a:pt x="314960" y="280797"/>
                  </a:lnTo>
                  <a:lnTo>
                    <a:pt x="314960" y="0"/>
                  </a:lnTo>
                  <a:lnTo>
                    <a:pt x="285750" y="0"/>
                  </a:lnTo>
                  <a:lnTo>
                    <a:pt x="285750" y="290195"/>
                  </a:lnTo>
                  <a:lnTo>
                    <a:pt x="570865" y="570992"/>
                  </a:lnTo>
                  <a:lnTo>
                    <a:pt x="570865" y="1800225"/>
                  </a:lnTo>
                  <a:lnTo>
                    <a:pt x="600075" y="1800225"/>
                  </a:lnTo>
                  <a:lnTo>
                    <a:pt x="600075" y="561479"/>
                  </a:lnTo>
                  <a:close/>
                </a:path>
              </a:pathLst>
            </a:custGeom>
            <a:solidFill>
              <a:srgbClr val="82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9223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809625" y="685736"/>
            <a:ext cx="10568305" cy="5558155"/>
            <a:chOff x="809625" y="685736"/>
            <a:chExt cx="10568305" cy="5558155"/>
          </a:xfrm>
        </p:grpSpPr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9625" y="685736"/>
              <a:ext cx="10568051" cy="555790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23925" y="761999"/>
              <a:ext cx="10344150" cy="5334000"/>
            </a:xfrm>
            <a:custGeom>
              <a:avLst/>
              <a:gdLst/>
              <a:ahLst/>
              <a:cxnLst/>
              <a:rect l="l" t="t" r="r" b="b"/>
              <a:pathLst>
                <a:path w="10344150" h="5334000">
                  <a:moveTo>
                    <a:pt x="10344150" y="0"/>
                  </a:moveTo>
                  <a:lnTo>
                    <a:pt x="221208" y="0"/>
                  </a:lnTo>
                  <a:lnTo>
                    <a:pt x="176626" y="4495"/>
                  </a:lnTo>
                  <a:lnTo>
                    <a:pt x="135102" y="17387"/>
                  </a:lnTo>
                  <a:lnTo>
                    <a:pt x="97527" y="37785"/>
                  </a:lnTo>
                  <a:lnTo>
                    <a:pt x="64789" y="64801"/>
                  </a:lnTo>
                  <a:lnTo>
                    <a:pt x="37777" y="97544"/>
                  </a:lnTo>
                  <a:lnTo>
                    <a:pt x="17383" y="135124"/>
                  </a:lnTo>
                  <a:lnTo>
                    <a:pt x="4494" y="176650"/>
                  </a:lnTo>
                  <a:lnTo>
                    <a:pt x="0" y="221234"/>
                  </a:lnTo>
                  <a:lnTo>
                    <a:pt x="0" y="5334000"/>
                  </a:lnTo>
                  <a:lnTo>
                    <a:pt x="10122916" y="5334000"/>
                  </a:lnTo>
                  <a:lnTo>
                    <a:pt x="10167499" y="5329505"/>
                  </a:lnTo>
                  <a:lnTo>
                    <a:pt x="10209025" y="5316616"/>
                  </a:lnTo>
                  <a:lnTo>
                    <a:pt x="10246605" y="5296222"/>
                  </a:lnTo>
                  <a:lnTo>
                    <a:pt x="10279348" y="5269210"/>
                  </a:lnTo>
                  <a:lnTo>
                    <a:pt x="10306364" y="5236472"/>
                  </a:lnTo>
                  <a:lnTo>
                    <a:pt x="10326762" y="5198897"/>
                  </a:lnTo>
                  <a:lnTo>
                    <a:pt x="10339654" y="5157373"/>
                  </a:lnTo>
                  <a:lnTo>
                    <a:pt x="10344150" y="5112791"/>
                  </a:lnTo>
                  <a:lnTo>
                    <a:pt x="10344150" y="0"/>
                  </a:lnTo>
                  <a:close/>
                </a:path>
              </a:pathLst>
            </a:custGeom>
            <a:solidFill>
              <a:srgbClr val="092238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23925" y="761999"/>
              <a:ext cx="10344150" cy="5334000"/>
            </a:xfrm>
            <a:custGeom>
              <a:avLst/>
              <a:gdLst/>
              <a:ahLst/>
              <a:cxnLst/>
              <a:rect l="l" t="t" r="r" b="b"/>
              <a:pathLst>
                <a:path w="10344150" h="5334000">
                  <a:moveTo>
                    <a:pt x="221208" y="0"/>
                  </a:moveTo>
                  <a:lnTo>
                    <a:pt x="10344150" y="0"/>
                  </a:lnTo>
                  <a:lnTo>
                    <a:pt x="10344150" y="5112791"/>
                  </a:lnTo>
                  <a:lnTo>
                    <a:pt x="10339654" y="5157373"/>
                  </a:lnTo>
                  <a:lnTo>
                    <a:pt x="10326762" y="5198897"/>
                  </a:lnTo>
                  <a:lnTo>
                    <a:pt x="10306364" y="5236472"/>
                  </a:lnTo>
                  <a:lnTo>
                    <a:pt x="10279348" y="5269210"/>
                  </a:lnTo>
                  <a:lnTo>
                    <a:pt x="10246605" y="5296222"/>
                  </a:lnTo>
                  <a:lnTo>
                    <a:pt x="10209025" y="5316616"/>
                  </a:lnTo>
                  <a:lnTo>
                    <a:pt x="10167499" y="5329505"/>
                  </a:lnTo>
                  <a:lnTo>
                    <a:pt x="10122916" y="5334000"/>
                  </a:lnTo>
                  <a:lnTo>
                    <a:pt x="0" y="5334000"/>
                  </a:lnTo>
                  <a:lnTo>
                    <a:pt x="0" y="221234"/>
                  </a:lnTo>
                  <a:lnTo>
                    <a:pt x="4494" y="176650"/>
                  </a:lnTo>
                  <a:lnTo>
                    <a:pt x="17383" y="135124"/>
                  </a:lnTo>
                  <a:lnTo>
                    <a:pt x="37777" y="97544"/>
                  </a:lnTo>
                  <a:lnTo>
                    <a:pt x="64789" y="64801"/>
                  </a:lnTo>
                  <a:lnTo>
                    <a:pt x="97527" y="37785"/>
                  </a:lnTo>
                  <a:lnTo>
                    <a:pt x="135102" y="17387"/>
                  </a:lnTo>
                  <a:lnTo>
                    <a:pt x="176626" y="4495"/>
                  </a:lnTo>
                  <a:lnTo>
                    <a:pt x="221208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4894834" y="2906394"/>
            <a:ext cx="267462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0" dirty="0"/>
              <a:t>THANK</a:t>
            </a:r>
            <a:r>
              <a:rPr spc="10" dirty="0"/>
              <a:t> </a:t>
            </a:r>
            <a:r>
              <a:rPr spc="-295" dirty="0"/>
              <a:t>YOU</a:t>
            </a:r>
            <a:r>
              <a:rPr spc="-60" dirty="0"/>
              <a:t> </a:t>
            </a:r>
            <a:r>
              <a:rPr spc="-509" dirty="0"/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665</Words>
  <Application>Microsoft Office PowerPoint</Application>
  <PresentationFormat>Custom</PresentationFormat>
  <Paragraphs>69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PRESENTED BY:</vt:lpstr>
      <vt:lpstr>CODE OVERVIEW</vt:lpstr>
      <vt:lpstr>STRUCTURE OF CODE</vt:lpstr>
      <vt:lpstr>GLOBAL VARIABLES</vt:lpstr>
      <vt:lpstr>CLASSES</vt:lpstr>
      <vt:lpstr>CLASSES</vt:lpstr>
      <vt:lpstr>CLASSES</vt:lpstr>
      <vt:lpstr>FUNCTIONS</vt:lpstr>
      <vt:lpstr>MAIN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RESENTED BY:</dc:title>
  <cp:lastModifiedBy>Windows User</cp:lastModifiedBy>
  <cp:revision>9</cp:revision>
  <dcterms:created xsi:type="dcterms:W3CDTF">2023-07-04T06:32:51Z</dcterms:created>
  <dcterms:modified xsi:type="dcterms:W3CDTF">2023-07-04T08:29:44Z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2023-07-03T00:00:00Z</vt:filetime>
  </property>
  <property fmtid="{D5CDD505-2E9C-101B-9397-08002B2CF9AE}" pid="3" name="LastSaved">
    <vt:filetime>2023-07-04T00:00:00Z</vt:filetime>
  </property>
</Properties>
</file>